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35 segundos</a:t>
            </a:r>
          </a:p>
          <a:p>
            <a:endParaRPr/>
          </a:p>
          <a:p>
            <a:r>
              <a:t>Soy Amir Luna Padilla, estudiante de Ingeniería Mecatrónica de la UCB, sede Santa Cruz. Presento SafeVision AI, un prototipo que utiliza Inteligencia Artificial y Visión Computacional para apoyar la verificación del EPP. En esta exposición explicaré por qué desarrollé el proyecto, cuál es su objetivo y cómo integré los modelos en una aplicación funcional. La fase actual se concentra en dos actividades: corte y soldadura.</a:t>
            </a:r>
          </a:p>
          <a:p>
            <a:endParaRPr/>
          </a:p>
          <a:p>
            <a:r>
              <a:t>Fuente: Datos de portada e instrucciones proporcionados por el autor.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60 segundos</a:t>
            </a:r>
          </a:p>
          <a:p>
            <a:endParaRPr/>
          </a:p>
          <a:p>
            <a:r>
              <a:t>El punto de partida es que las actividades del laboratorio no requieren exactamente los mismos elementos de protección. El mecanizado, el corte y la soldadura tienen riesgos propios y, por eso, el EPP debe corresponder a la tarea. La verificación normalmente depende de la observación humana. La idea de SafeVision AI es ofrecer un apoyo antes de iniciar la actividad, relacionando el trabajo seleccionado con los elementos que deben estar presentes. Recorro el esquema de izquierda a derecha para explicar esa relación. El sistema complementa la revisión del laboratorio, pero no reemplaza al responsable, la capacitación ni los procedimientos de seguridad. Tampoco permite afirmar que se eliminarán accidentes.</a:t>
            </a:r>
          </a:p>
          <a:p>
            <a:endParaRPr/>
          </a:p>
          <a:p>
            <a:r>
              <a:t>Fuente: Artículo Científico-SafeVision AI(3).docx, proporcionado por el autor, Introducción, e instrucciones del autor.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55 segundos</a:t>
            </a:r>
          </a:p>
          <a:p>
            <a:endParaRPr/>
          </a:p>
          <a:p>
            <a:r>
              <a:t>El objetivo principal es desarrollar un sistema de verificación de EPP para contribuir a disminuir las condiciones de riesgo asociadas a su incumplimiento en el laboratorio. Para llevar ese objetivo a una aplicación concreta, organicé el funcionamiento en cinco acciones. Primero se selecciona la actividad. Después el programa determina cuáles son los elementos requeridos, verifica su presencia, genera alertas cuando corresponde y registra el resultado. En esta primera fase se consideran corte y soldadura. La contribución a la seguridad es la finalidad del proyecto. El resultado que se presenta aquí es el funcionamiento del prototipo, sin atribuirle una reducción de accidentes que no ha sido medida.</a:t>
            </a:r>
          </a:p>
          <a:p>
            <a:endParaRPr/>
          </a:p>
          <a:p>
            <a:r>
              <a:t>Fuente: Objetivo general y alcance indicados explícitamente por el autor.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75 segundos</a:t>
            </a:r>
          </a:p>
          <a:p>
            <a:endParaRPr/>
          </a:p>
          <a:p>
            <a:r>
              <a:t>Primero recopilé imágenes con la cámara web de una laptop y con la cámara de un celular. Las tomé desde distintos ángulos, posiciones y distancias para incorporar variaciones en los ejemplos. Después organicé las imágenes según la presencia o ausencia de cada elemento y entrené clasificadores binarios independientes en Teachable Machine. La captura muestra el ejemplo de guantes, con las clases CON_GUANTES y SIN_GUANTES. Esta fase realiza clasificación de imágenes, sin localizar objetos mediante cajas de detección. Luego exporté los modelos en formato Keras .h5 y los integré en Python. La aplicación combina las salidas de los modelos con las reglas de la actividad seleccionada. El porcentaje visible en la vista previa corresponde a una predicción puntual y no representa una medición de precisión del sistema.</a:t>
            </a:r>
          </a:p>
          <a:p>
            <a:endParaRPr/>
          </a:p>
          <a:p>
            <a:r>
              <a:t>Fuente: Artículo Científico-SafeVision AI(3).docx, proporcionado por el autor, Metodología y Tabla 1. Captura adjunta image(5).png. Detalles de exportación e integración indicados por el autor.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80 segundos</a:t>
            </a:r>
          </a:p>
          <a:p>
            <a:endParaRPr/>
          </a:p>
          <a:p>
            <a:r>
              <a:t>El usuario comienza registrando su nombre y CI. Luego selecciona corte o soldadura. Para corte, el programa utiliza los modelos de gafas de seguridad, guantes de corte y vestimenta. Para soldadura, utiliza máscara, guantes de soldadura y vestimenta. El clasificador de vestimenta se comparte entre ambas actividades. En esta fase, la categoría de vestimenta corresponde a camisa y pantalón jean. La imagen se procesa mediante regiones fijas para cabeza, manos y vestimenta. Los rectángulos amarillos delimitan esos recortes y no representan detecciones automáticas de objetos. Señalo estas regiones en la captura. El programa espera resultados estables y combina las clasificaciones para determinar EPP completo o incompleto. Si encuentra faltantes, los comunica visualmente y por voz. Al finalizar la verificación, guarda el resultado en CSV. Esta captura muestra un resultado candidato mientras continúa la confirmación.</a:t>
            </a:r>
          </a:p>
          <a:p>
            <a:endParaRPr/>
          </a:p>
          <a:p>
            <a:r>
              <a:t>Fuente: Artículo Científico-SafeVision AI(3).docx, proporcionado por el autor, Tabla 1 y Resultados. Captura adjunta image(6).png. Registro e interacción según las instrucciones del autor.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60 segundos</a:t>
            </a:r>
          </a:p>
          <a:p>
            <a:endParaRPr/>
          </a:p>
          <a:p>
            <a:r>
              <a:t>El resultado es una aplicación funcional que utiliza los modelos correspondientes a cada actividad, procesa video y distingue presencia o ausencia de los elementos considerados. En la captura del artículo, los guantes de soldadura aparecen reconocidos, mientras la máscara y la vestimenta figuran como faltantes. La pantalla todavía muestra un resultado candidato. La estabilización evita confirmar de inmediato cada cambio momentáneo de las predicciones. El prototipo incorpora alertas visuales y por voz y almacena la fecha y hora, el usuario, su CI, la actividad, el resultado y los faltantes en un archivo CSV. Estas funciones describen el avance del desarrollo. La evaluación cuantitativa con datos independientes sigue pendiente. Su funcionamiento depende del encuadre, la iluminación y la variedad del entrenamiento. Cierro destacando que SafeVision AI apoya la verificación y el registro del EPP.</a:t>
            </a:r>
          </a:p>
          <a:p>
            <a:endParaRPr/>
          </a:p>
          <a:p>
            <a:r>
              <a:t>Fuente: Artículo Científico-SafeVision AI(3).docx, proporcionado por el autor, Resultados, Discusión y Conclusiones. Captura de la Figura 2 extraída del artículo. No se presentan métricas de desempeño.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35 segundos</a:t>
            </a:r>
          </a:p>
          <a:p>
            <a:endParaRPr/>
          </a:p>
          <a:p>
            <a:r>
              <a:t>Soy Amir Luna Padilla, estudiante de Ingeniería Mecatrónica de la UCB, sede Santa Cruz. Presento SafeVision AI, un prototipo que utiliza Inteligencia Artificial y Visión Computacional para apoyar la verificación del EPP. En esta exposición explicaré por qué desarrollé el proyecto, cuál es su objetivo y cómo integré los modelos en una aplicación funcional. La fase actual se concentra en dos actividades: corte y soldadura.</a:t>
            </a:r>
          </a:p>
          <a:p>
            <a:endParaRPr/>
          </a:p>
          <a:p>
            <a:r>
              <a:t>Fuente: Datos de portada e instrucciones proporcionados por el autor.</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64982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BF7FF33-A238-416D-A8F9-902AEB0ED97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4C8AC944-EF60-4189-A75A-F7475D929B7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AE78354-584C-4B82-8418-D752EE0C45F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2A16464-E16D-4FA2-9E8E-E569EB5D052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7C0DD7A-F778-4BF7-B4E1-68A41E8C984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3077B56-44D5-4AB5-9C3E-B00A3FB6FF1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F9AF712-1155-4753-A992-E19957D974B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D3DEAA4-E360-406B-8F99-675F64FE739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653B489-79F2-4280-B419-F13C789460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C1CAC3D-7457-4517-A76F-E380CEE6FD5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E2B"/>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4725CBE6-B846-4E6F-9F4C-0500AEB22B84}"/>
              </a:ext>
            </a:extLst>
          </p:cNvPr>
          <p:cNvSpPr>
            <a:spLocks noGrp="1"/>
          </p:cNvSpPr>
          <p:nvPr/>
        </p:nvSpPr>
        <p:spPr>
          <a:xfrm>
            <a:off x="609600" y="1000125"/>
            <a:ext cx="10953750" cy="1066800"/>
          </a:xfrm>
          <a:prstGeom prst="rect">
            <a:avLst/>
          </a:prstGeom>
          <a:noFill/>
          <a:ln w="0">
            <a:noFill/>
            <a:prstDash val="solid"/>
          </a:ln>
        </p:spPr>
        <p:txBody>
          <a:bodyPr wrap="square" lIns="0" tIns="0" rIns="0" bIns="0" anchor="t">
            <a:noAutofit/>
          </a:bodyPr>
          <a:lstStyle>
            <a:defPPr algn="l">
              <a:defRPr sz="6900" b="1">
                <a:solidFill>
                  <a:srgbClr val="F5F9FA"/>
                </a:solidFill>
                <a:latin typeface="DejaVu Sans"/>
                <a:ea typeface="DejaVu Sans"/>
                <a:cs typeface="DejaVu Sans"/>
              </a:defRPr>
            </a:defPPr>
            <a:lvl1pPr algn="l">
              <a:defRPr sz="6900" b="1">
                <a:solidFill>
                  <a:srgbClr val="F5F9FA"/>
                </a:solidFill>
                <a:latin typeface="DejaVu Sans"/>
                <a:ea typeface="DejaVu Sans"/>
                <a:cs typeface="DejaVu Sans"/>
              </a:defRPr>
            </a:lvl1pPr>
            <a:lvl2pPr algn="l">
              <a:defRPr sz="6900" b="1">
                <a:solidFill>
                  <a:srgbClr val="F5F9FA"/>
                </a:solidFill>
                <a:latin typeface="DejaVu Sans"/>
                <a:ea typeface="DejaVu Sans"/>
                <a:cs typeface="DejaVu Sans"/>
              </a:defRPr>
            </a:lvl2pPr>
            <a:lvl3pPr algn="l">
              <a:defRPr sz="6900" b="1">
                <a:solidFill>
                  <a:srgbClr val="F5F9FA"/>
                </a:solidFill>
                <a:latin typeface="DejaVu Sans"/>
                <a:ea typeface="DejaVu Sans"/>
                <a:cs typeface="DejaVu Sans"/>
              </a:defRPr>
            </a:lvl3pPr>
            <a:lvl4pPr algn="l">
              <a:defRPr sz="6900" b="1">
                <a:solidFill>
                  <a:srgbClr val="F5F9FA"/>
                </a:solidFill>
                <a:latin typeface="DejaVu Sans"/>
                <a:ea typeface="DejaVu Sans"/>
                <a:cs typeface="DejaVu Sans"/>
              </a:defRPr>
            </a:lvl4pPr>
            <a:lvl5pPr algn="l">
              <a:defRPr sz="6900" b="1">
                <a:solidFill>
                  <a:srgbClr val="F5F9FA"/>
                </a:solidFill>
                <a:latin typeface="DejaVu Sans"/>
                <a:ea typeface="DejaVu Sans"/>
                <a:cs typeface="DejaVu Sans"/>
              </a:defRPr>
            </a:lvl5pPr>
            <a:lvl6pPr algn="l">
              <a:defRPr sz="6900" b="1">
                <a:solidFill>
                  <a:srgbClr val="F5F9FA"/>
                </a:solidFill>
                <a:latin typeface="DejaVu Sans"/>
                <a:ea typeface="DejaVu Sans"/>
                <a:cs typeface="DejaVu Sans"/>
              </a:defRPr>
            </a:lvl6pPr>
            <a:lvl7pPr algn="l">
              <a:defRPr sz="6900" b="1">
                <a:solidFill>
                  <a:srgbClr val="F5F9FA"/>
                </a:solidFill>
                <a:latin typeface="DejaVu Sans"/>
                <a:ea typeface="DejaVu Sans"/>
                <a:cs typeface="DejaVu Sans"/>
              </a:defRPr>
            </a:lvl7pPr>
            <a:lvl8pPr algn="l">
              <a:defRPr sz="6900" b="1">
                <a:solidFill>
                  <a:srgbClr val="F5F9FA"/>
                </a:solidFill>
                <a:latin typeface="DejaVu Sans"/>
                <a:ea typeface="DejaVu Sans"/>
                <a:cs typeface="DejaVu Sans"/>
              </a:defRPr>
            </a:lvl8pPr>
            <a:lvl9pPr algn="l">
              <a:defRPr sz="6900" b="1">
                <a:solidFill>
                  <a:srgbClr val="F5F9FA"/>
                </a:solidFill>
                <a:latin typeface="DejaVu Sans"/>
                <a:ea typeface="DejaVu Sans"/>
                <a:cs typeface="DejaVu Sans"/>
              </a:defRPr>
            </a:lvl9pPr>
          </a:lstStyle>
          <a:p>
            <a:pPr algn="l">
              <a:defRPr sz="6900" b="1">
                <a:solidFill>
                  <a:srgbClr val="F5F9FA"/>
                </a:solidFill>
                <a:latin typeface="DejaVu Sans"/>
                <a:ea typeface="DejaVu Sans"/>
                <a:cs typeface="DejaVu Sans"/>
              </a:defRPr>
            </a:pPr>
            <a:r>
              <a:rPr sz="6900" b="1">
                <a:solidFill>
                  <a:srgbClr val="F5F9FA"/>
                </a:solidFill>
                <a:latin typeface="DejaVu Sans"/>
                <a:ea typeface="DejaVu Sans"/>
                <a:cs typeface="DejaVu Sans"/>
              </a:rPr>
              <a:t>SafeVision </a:t>
            </a:r>
            <a:r>
              <a:rPr sz="6900" b="1">
                <a:solidFill>
                  <a:srgbClr val="32E2BF"/>
                </a:solidFill>
                <a:latin typeface="DejaVu Sans"/>
                <a:ea typeface="DejaVu Sans"/>
                <a:cs typeface="DejaVu Sans"/>
              </a:rPr>
              <a:t>AI</a:t>
            </a:r>
          </a:p>
        </p:txBody>
      </p:sp>
      <p:sp>
        <p:nvSpPr>
          <p:cNvPr id="2" name="text-2">
            <a:extLst>
              <a:ext uri="{FF2B5EF4-FFF2-40B4-BE49-F238E27FC236}">
                <a16:creationId xmlns:a16="http://schemas.microsoft.com/office/drawing/2014/main" id="{0674C92F-3881-4A4E-92D9-A45FB25DB480}"/>
              </a:ext>
            </a:extLst>
          </p:cNvPr>
          <p:cNvSpPr>
            <a:spLocks noGrp="1"/>
          </p:cNvSpPr>
          <p:nvPr/>
        </p:nvSpPr>
        <p:spPr>
          <a:xfrm>
            <a:off x="647700" y="2447925"/>
            <a:ext cx="10001250" cy="1552575"/>
          </a:xfrm>
          <a:prstGeom prst="rect">
            <a:avLst/>
          </a:prstGeom>
          <a:noFill/>
          <a:ln w="0">
            <a:noFill/>
            <a:prstDash val="solid"/>
          </a:ln>
        </p:spPr>
        <p:txBody>
          <a:bodyPr wrap="square" lIns="0" tIns="0" rIns="0" bIns="0" anchor="t">
            <a:noAutofit/>
          </a:bodyPr>
          <a:lstStyle>
            <a:defPPr algn="l">
              <a:defRPr sz="2475" b="0">
                <a:solidFill>
                  <a:srgbClr val="F5F9FA"/>
                </a:solidFill>
                <a:latin typeface="DejaVu Sans"/>
                <a:ea typeface="DejaVu Sans"/>
                <a:cs typeface="DejaVu Sans"/>
              </a:defRPr>
            </a:defPPr>
            <a:lvl1pPr algn="l">
              <a:defRPr sz="2475" b="0">
                <a:solidFill>
                  <a:srgbClr val="F5F9FA"/>
                </a:solidFill>
                <a:latin typeface="DejaVu Sans"/>
                <a:ea typeface="DejaVu Sans"/>
                <a:cs typeface="DejaVu Sans"/>
              </a:defRPr>
            </a:lvl1pPr>
            <a:lvl2pPr algn="l">
              <a:defRPr sz="2475" b="0">
                <a:solidFill>
                  <a:srgbClr val="F5F9FA"/>
                </a:solidFill>
                <a:latin typeface="DejaVu Sans"/>
                <a:ea typeface="DejaVu Sans"/>
                <a:cs typeface="DejaVu Sans"/>
              </a:defRPr>
            </a:lvl2pPr>
            <a:lvl3pPr algn="l">
              <a:defRPr sz="2475" b="0">
                <a:solidFill>
                  <a:srgbClr val="F5F9FA"/>
                </a:solidFill>
                <a:latin typeface="DejaVu Sans"/>
                <a:ea typeface="DejaVu Sans"/>
                <a:cs typeface="DejaVu Sans"/>
              </a:defRPr>
            </a:lvl3pPr>
            <a:lvl4pPr algn="l">
              <a:defRPr sz="2475" b="0">
                <a:solidFill>
                  <a:srgbClr val="F5F9FA"/>
                </a:solidFill>
                <a:latin typeface="DejaVu Sans"/>
                <a:ea typeface="DejaVu Sans"/>
                <a:cs typeface="DejaVu Sans"/>
              </a:defRPr>
            </a:lvl4pPr>
            <a:lvl5pPr algn="l">
              <a:defRPr sz="2475" b="0">
                <a:solidFill>
                  <a:srgbClr val="F5F9FA"/>
                </a:solidFill>
                <a:latin typeface="DejaVu Sans"/>
                <a:ea typeface="DejaVu Sans"/>
                <a:cs typeface="DejaVu Sans"/>
              </a:defRPr>
            </a:lvl5pPr>
            <a:lvl6pPr algn="l">
              <a:defRPr sz="2475" b="0">
                <a:solidFill>
                  <a:srgbClr val="F5F9FA"/>
                </a:solidFill>
                <a:latin typeface="DejaVu Sans"/>
                <a:ea typeface="DejaVu Sans"/>
                <a:cs typeface="DejaVu Sans"/>
              </a:defRPr>
            </a:lvl6pPr>
            <a:lvl7pPr algn="l">
              <a:defRPr sz="2475" b="0">
                <a:solidFill>
                  <a:srgbClr val="F5F9FA"/>
                </a:solidFill>
                <a:latin typeface="DejaVu Sans"/>
                <a:ea typeface="DejaVu Sans"/>
                <a:cs typeface="DejaVu Sans"/>
              </a:defRPr>
            </a:lvl7pPr>
            <a:lvl8pPr algn="l">
              <a:defRPr sz="2475" b="0">
                <a:solidFill>
                  <a:srgbClr val="F5F9FA"/>
                </a:solidFill>
                <a:latin typeface="DejaVu Sans"/>
                <a:ea typeface="DejaVu Sans"/>
                <a:cs typeface="DejaVu Sans"/>
              </a:defRPr>
            </a:lvl8pPr>
            <a:lvl9pPr algn="l">
              <a:defRPr sz="2475" b="0">
                <a:solidFill>
                  <a:srgbClr val="F5F9FA"/>
                </a:solidFill>
                <a:latin typeface="DejaVu Sans"/>
                <a:ea typeface="DejaVu Sans"/>
                <a:cs typeface="DejaVu Sans"/>
              </a:defRPr>
            </a:lvl9pPr>
          </a:lstStyle>
          <a:p>
            <a:pPr algn="l">
              <a:defRPr sz="2475" b="0">
                <a:solidFill>
                  <a:srgbClr val="F5F9FA"/>
                </a:solidFill>
                <a:latin typeface="DejaVu Sans"/>
                <a:ea typeface="DejaVu Sans"/>
                <a:cs typeface="DejaVu Sans"/>
              </a:defRPr>
            </a:pPr>
            <a:r>
              <a:rPr sz="2475" b="0">
                <a:solidFill>
                  <a:srgbClr val="F5F9FA"/>
                </a:solidFill>
                <a:latin typeface="DejaVu Sans"/>
                <a:ea typeface="DejaVu Sans"/>
                <a:cs typeface="DejaVu Sans"/>
              </a:rPr>
              <a:t>Sistema de verificación de Equipamiento de Protección Personal mediante Inteligencia Artificial y Visión Computacional</a:t>
            </a:r>
          </a:p>
        </p:txBody>
      </p:sp>
      <p:sp>
        <p:nvSpPr>
          <p:cNvPr id="3" name="text-3">
            <a:extLst>
              <a:ext uri="{FF2B5EF4-FFF2-40B4-BE49-F238E27FC236}">
                <a16:creationId xmlns:a16="http://schemas.microsoft.com/office/drawing/2014/main" id="{C05487F5-DC8F-4E4D-A792-5CC115C96E84}"/>
              </a:ext>
            </a:extLst>
          </p:cNvPr>
          <p:cNvSpPr>
            <a:spLocks noGrp="1"/>
          </p:cNvSpPr>
          <p:nvPr/>
        </p:nvSpPr>
        <p:spPr>
          <a:xfrm>
            <a:off x="647700" y="4810125"/>
            <a:ext cx="7143750" cy="400050"/>
          </a:xfrm>
          <a:prstGeom prst="rect">
            <a:avLst/>
          </a:prstGeom>
          <a:noFill/>
          <a:ln w="0">
            <a:noFill/>
            <a:prstDash val="solid"/>
          </a:ln>
        </p:spPr>
        <p:txBody>
          <a:bodyPr wrap="square" lIns="0" tIns="0" rIns="0" bIns="0" anchor="t">
            <a:noAutofit/>
          </a:bodyPr>
          <a:lstStyle>
            <a:defPPr algn="l">
              <a:defRPr sz="2250" b="1">
                <a:solidFill>
                  <a:srgbClr val="32E2BF"/>
                </a:solidFill>
                <a:latin typeface="DejaVu Sans"/>
                <a:ea typeface="DejaVu Sans"/>
                <a:cs typeface="DejaVu Sans"/>
              </a:defRPr>
            </a:defPPr>
            <a:lvl1pPr algn="l">
              <a:defRPr sz="2250" b="1">
                <a:solidFill>
                  <a:srgbClr val="32E2BF"/>
                </a:solidFill>
                <a:latin typeface="DejaVu Sans"/>
                <a:ea typeface="DejaVu Sans"/>
                <a:cs typeface="DejaVu Sans"/>
              </a:defRPr>
            </a:lvl1pPr>
            <a:lvl2pPr algn="l">
              <a:defRPr sz="2250" b="1">
                <a:solidFill>
                  <a:srgbClr val="32E2BF"/>
                </a:solidFill>
                <a:latin typeface="DejaVu Sans"/>
                <a:ea typeface="DejaVu Sans"/>
                <a:cs typeface="DejaVu Sans"/>
              </a:defRPr>
            </a:lvl2pPr>
            <a:lvl3pPr algn="l">
              <a:defRPr sz="2250" b="1">
                <a:solidFill>
                  <a:srgbClr val="32E2BF"/>
                </a:solidFill>
                <a:latin typeface="DejaVu Sans"/>
                <a:ea typeface="DejaVu Sans"/>
                <a:cs typeface="DejaVu Sans"/>
              </a:defRPr>
            </a:lvl3pPr>
            <a:lvl4pPr algn="l">
              <a:defRPr sz="2250" b="1">
                <a:solidFill>
                  <a:srgbClr val="32E2BF"/>
                </a:solidFill>
                <a:latin typeface="DejaVu Sans"/>
                <a:ea typeface="DejaVu Sans"/>
                <a:cs typeface="DejaVu Sans"/>
              </a:defRPr>
            </a:lvl4pPr>
            <a:lvl5pPr algn="l">
              <a:defRPr sz="2250" b="1">
                <a:solidFill>
                  <a:srgbClr val="32E2BF"/>
                </a:solidFill>
                <a:latin typeface="DejaVu Sans"/>
                <a:ea typeface="DejaVu Sans"/>
                <a:cs typeface="DejaVu Sans"/>
              </a:defRPr>
            </a:lvl5pPr>
            <a:lvl6pPr algn="l">
              <a:defRPr sz="2250" b="1">
                <a:solidFill>
                  <a:srgbClr val="32E2BF"/>
                </a:solidFill>
                <a:latin typeface="DejaVu Sans"/>
                <a:ea typeface="DejaVu Sans"/>
                <a:cs typeface="DejaVu Sans"/>
              </a:defRPr>
            </a:lvl6pPr>
            <a:lvl7pPr algn="l">
              <a:defRPr sz="2250" b="1">
                <a:solidFill>
                  <a:srgbClr val="32E2BF"/>
                </a:solidFill>
                <a:latin typeface="DejaVu Sans"/>
                <a:ea typeface="DejaVu Sans"/>
                <a:cs typeface="DejaVu Sans"/>
              </a:defRPr>
            </a:lvl7pPr>
            <a:lvl8pPr algn="l">
              <a:defRPr sz="2250" b="1">
                <a:solidFill>
                  <a:srgbClr val="32E2BF"/>
                </a:solidFill>
                <a:latin typeface="DejaVu Sans"/>
                <a:ea typeface="DejaVu Sans"/>
                <a:cs typeface="DejaVu Sans"/>
              </a:defRPr>
            </a:lvl8pPr>
            <a:lvl9pPr algn="l">
              <a:defRPr sz="2250" b="1">
                <a:solidFill>
                  <a:srgbClr val="32E2BF"/>
                </a:solidFill>
                <a:latin typeface="DejaVu Sans"/>
                <a:ea typeface="DejaVu Sans"/>
                <a:cs typeface="DejaVu Sans"/>
              </a:defRPr>
            </a:lvl9pPr>
          </a:lstStyle>
          <a:p>
            <a:pPr algn="l">
              <a:defRPr sz="2250" b="1">
                <a:solidFill>
                  <a:srgbClr val="32E2BF"/>
                </a:solidFill>
                <a:latin typeface="DejaVu Sans"/>
                <a:ea typeface="DejaVu Sans"/>
                <a:cs typeface="DejaVu Sans"/>
              </a:defRPr>
            </a:pPr>
            <a:r>
              <a:rPr sz="2250" b="1">
                <a:solidFill>
                  <a:srgbClr val="32E2BF"/>
                </a:solidFill>
                <a:latin typeface="DejaVu Sans"/>
                <a:ea typeface="DejaVu Sans"/>
                <a:cs typeface="DejaVu Sans"/>
              </a:rPr>
              <a:t>Amir Luna Padilla</a:t>
            </a:r>
          </a:p>
        </p:txBody>
      </p:sp>
      <p:sp>
        <p:nvSpPr>
          <p:cNvPr id="4" name="text-4">
            <a:extLst>
              <a:ext uri="{FF2B5EF4-FFF2-40B4-BE49-F238E27FC236}">
                <a16:creationId xmlns:a16="http://schemas.microsoft.com/office/drawing/2014/main" id="{7E8E5967-327E-4B3A-81DC-7849E10603C2}"/>
              </a:ext>
            </a:extLst>
          </p:cNvPr>
          <p:cNvSpPr>
            <a:spLocks noGrp="1"/>
          </p:cNvSpPr>
          <p:nvPr/>
        </p:nvSpPr>
        <p:spPr>
          <a:xfrm>
            <a:off x="647700" y="5257800"/>
            <a:ext cx="7524750" cy="323850"/>
          </a:xfrm>
          <a:prstGeom prst="rect">
            <a:avLst/>
          </a:prstGeom>
          <a:noFill/>
          <a:ln w="0">
            <a:noFill/>
            <a:prstDash val="solid"/>
          </a:ln>
        </p:spPr>
        <p:txBody>
          <a:bodyPr wrap="square" lIns="0" tIns="0" rIns="0" bIns="0" anchor="t">
            <a:noAutofit/>
          </a:bodyPr>
          <a:lstStyle>
            <a:defPPr algn="l">
              <a:defRPr sz="1800" b="0">
                <a:solidFill>
                  <a:srgbClr val="F5F9FA"/>
                </a:solidFill>
                <a:latin typeface="DejaVu Sans"/>
                <a:ea typeface="DejaVu Sans"/>
                <a:cs typeface="DejaVu Sans"/>
              </a:defRPr>
            </a:defPPr>
            <a:lvl1pPr algn="l">
              <a:defRPr sz="1800" b="0">
                <a:solidFill>
                  <a:srgbClr val="F5F9FA"/>
                </a:solidFill>
                <a:latin typeface="DejaVu Sans"/>
                <a:ea typeface="DejaVu Sans"/>
                <a:cs typeface="DejaVu Sans"/>
              </a:defRPr>
            </a:lvl1pPr>
            <a:lvl2pPr algn="l">
              <a:defRPr sz="1800" b="0">
                <a:solidFill>
                  <a:srgbClr val="F5F9FA"/>
                </a:solidFill>
                <a:latin typeface="DejaVu Sans"/>
                <a:ea typeface="DejaVu Sans"/>
                <a:cs typeface="DejaVu Sans"/>
              </a:defRPr>
            </a:lvl2pPr>
            <a:lvl3pPr algn="l">
              <a:defRPr sz="1800" b="0">
                <a:solidFill>
                  <a:srgbClr val="F5F9FA"/>
                </a:solidFill>
                <a:latin typeface="DejaVu Sans"/>
                <a:ea typeface="DejaVu Sans"/>
                <a:cs typeface="DejaVu Sans"/>
              </a:defRPr>
            </a:lvl3pPr>
            <a:lvl4pPr algn="l">
              <a:defRPr sz="1800" b="0">
                <a:solidFill>
                  <a:srgbClr val="F5F9FA"/>
                </a:solidFill>
                <a:latin typeface="DejaVu Sans"/>
                <a:ea typeface="DejaVu Sans"/>
                <a:cs typeface="DejaVu Sans"/>
              </a:defRPr>
            </a:lvl4pPr>
            <a:lvl5pPr algn="l">
              <a:defRPr sz="1800" b="0">
                <a:solidFill>
                  <a:srgbClr val="F5F9FA"/>
                </a:solidFill>
                <a:latin typeface="DejaVu Sans"/>
                <a:ea typeface="DejaVu Sans"/>
                <a:cs typeface="DejaVu Sans"/>
              </a:defRPr>
            </a:lvl5pPr>
            <a:lvl6pPr algn="l">
              <a:defRPr sz="1800" b="0">
                <a:solidFill>
                  <a:srgbClr val="F5F9FA"/>
                </a:solidFill>
                <a:latin typeface="DejaVu Sans"/>
                <a:ea typeface="DejaVu Sans"/>
                <a:cs typeface="DejaVu Sans"/>
              </a:defRPr>
            </a:lvl6pPr>
            <a:lvl7pPr algn="l">
              <a:defRPr sz="1800" b="0">
                <a:solidFill>
                  <a:srgbClr val="F5F9FA"/>
                </a:solidFill>
                <a:latin typeface="DejaVu Sans"/>
                <a:ea typeface="DejaVu Sans"/>
                <a:cs typeface="DejaVu Sans"/>
              </a:defRPr>
            </a:lvl7pPr>
            <a:lvl8pPr algn="l">
              <a:defRPr sz="1800" b="0">
                <a:solidFill>
                  <a:srgbClr val="F5F9FA"/>
                </a:solidFill>
                <a:latin typeface="DejaVu Sans"/>
                <a:ea typeface="DejaVu Sans"/>
                <a:cs typeface="DejaVu Sans"/>
              </a:defRPr>
            </a:lvl8pPr>
            <a:lvl9pPr algn="l">
              <a:defRPr sz="1800" b="0">
                <a:solidFill>
                  <a:srgbClr val="F5F9FA"/>
                </a:solidFill>
                <a:latin typeface="DejaVu Sans"/>
                <a:ea typeface="DejaVu Sans"/>
                <a:cs typeface="DejaVu Sans"/>
              </a:defRPr>
            </a:lvl9pPr>
          </a:lstStyle>
          <a:p>
            <a:pPr algn="l">
              <a:defRPr sz="1800" b="0">
                <a:solidFill>
                  <a:srgbClr val="F5F9FA"/>
                </a:solidFill>
                <a:latin typeface="DejaVu Sans"/>
                <a:ea typeface="DejaVu Sans"/>
                <a:cs typeface="DejaVu Sans"/>
              </a:defRPr>
            </a:pPr>
            <a:r>
              <a:rPr sz="1800" b="0">
                <a:solidFill>
                  <a:srgbClr val="F5F9FA"/>
                </a:solidFill>
                <a:latin typeface="DejaVu Sans"/>
                <a:ea typeface="DejaVu Sans"/>
                <a:cs typeface="DejaVu Sans"/>
              </a:rPr>
              <a:t>Ingeniería Mecatrónica</a:t>
            </a:r>
          </a:p>
        </p:txBody>
      </p:sp>
      <p:sp>
        <p:nvSpPr>
          <p:cNvPr id="5" name="text-5">
            <a:extLst>
              <a:ext uri="{FF2B5EF4-FFF2-40B4-BE49-F238E27FC236}">
                <a16:creationId xmlns:a16="http://schemas.microsoft.com/office/drawing/2014/main" id="{C9E17709-7D7D-43E2-BDAB-2DFAFCD488DF}"/>
              </a:ext>
            </a:extLst>
          </p:cNvPr>
          <p:cNvSpPr>
            <a:spLocks noGrp="1"/>
          </p:cNvSpPr>
          <p:nvPr/>
        </p:nvSpPr>
        <p:spPr>
          <a:xfrm>
            <a:off x="647700" y="5686425"/>
            <a:ext cx="9525000" cy="619125"/>
          </a:xfrm>
          <a:prstGeom prst="rect">
            <a:avLst/>
          </a:prstGeom>
          <a:noFill/>
          <a:ln w="0">
            <a:noFill/>
            <a:prstDash val="solid"/>
          </a:ln>
        </p:spPr>
        <p:txBody>
          <a:bodyPr wrap="square" lIns="0" tIns="0" rIns="0" bIns="0" anchor="t">
            <a:noAutofit/>
          </a:bodyPr>
          <a:lstStyle>
            <a:defPPr algn="l">
              <a:defRPr sz="1800" b="0">
                <a:solidFill>
                  <a:srgbClr val="AFC4CD"/>
                </a:solidFill>
                <a:latin typeface="DejaVu Sans"/>
                <a:ea typeface="DejaVu Sans"/>
                <a:cs typeface="DejaVu Sans"/>
              </a:defRPr>
            </a:defPPr>
            <a:lvl1pPr algn="l">
              <a:defRPr sz="1800" b="0">
                <a:solidFill>
                  <a:srgbClr val="AFC4CD"/>
                </a:solidFill>
                <a:latin typeface="DejaVu Sans"/>
                <a:ea typeface="DejaVu Sans"/>
                <a:cs typeface="DejaVu Sans"/>
              </a:defRPr>
            </a:lvl1pPr>
            <a:lvl2pPr algn="l">
              <a:defRPr sz="1800" b="0">
                <a:solidFill>
                  <a:srgbClr val="AFC4CD"/>
                </a:solidFill>
                <a:latin typeface="DejaVu Sans"/>
                <a:ea typeface="DejaVu Sans"/>
                <a:cs typeface="DejaVu Sans"/>
              </a:defRPr>
            </a:lvl2pPr>
            <a:lvl3pPr algn="l">
              <a:defRPr sz="1800" b="0">
                <a:solidFill>
                  <a:srgbClr val="AFC4CD"/>
                </a:solidFill>
                <a:latin typeface="DejaVu Sans"/>
                <a:ea typeface="DejaVu Sans"/>
                <a:cs typeface="DejaVu Sans"/>
              </a:defRPr>
            </a:lvl3pPr>
            <a:lvl4pPr algn="l">
              <a:defRPr sz="1800" b="0">
                <a:solidFill>
                  <a:srgbClr val="AFC4CD"/>
                </a:solidFill>
                <a:latin typeface="DejaVu Sans"/>
                <a:ea typeface="DejaVu Sans"/>
                <a:cs typeface="DejaVu Sans"/>
              </a:defRPr>
            </a:lvl4pPr>
            <a:lvl5pPr algn="l">
              <a:defRPr sz="1800" b="0">
                <a:solidFill>
                  <a:srgbClr val="AFC4CD"/>
                </a:solidFill>
                <a:latin typeface="DejaVu Sans"/>
                <a:ea typeface="DejaVu Sans"/>
                <a:cs typeface="DejaVu Sans"/>
              </a:defRPr>
            </a:lvl5pPr>
            <a:lvl6pPr algn="l">
              <a:defRPr sz="1800" b="0">
                <a:solidFill>
                  <a:srgbClr val="AFC4CD"/>
                </a:solidFill>
                <a:latin typeface="DejaVu Sans"/>
                <a:ea typeface="DejaVu Sans"/>
                <a:cs typeface="DejaVu Sans"/>
              </a:defRPr>
            </a:lvl6pPr>
            <a:lvl7pPr algn="l">
              <a:defRPr sz="1800" b="0">
                <a:solidFill>
                  <a:srgbClr val="AFC4CD"/>
                </a:solidFill>
                <a:latin typeface="DejaVu Sans"/>
                <a:ea typeface="DejaVu Sans"/>
                <a:cs typeface="DejaVu Sans"/>
              </a:defRPr>
            </a:lvl7pPr>
            <a:lvl8pPr algn="l">
              <a:defRPr sz="1800" b="0">
                <a:solidFill>
                  <a:srgbClr val="AFC4CD"/>
                </a:solidFill>
                <a:latin typeface="DejaVu Sans"/>
                <a:ea typeface="DejaVu Sans"/>
                <a:cs typeface="DejaVu Sans"/>
              </a:defRPr>
            </a:lvl8pPr>
            <a:lvl9pPr algn="l">
              <a:defRPr sz="1800" b="0">
                <a:solidFill>
                  <a:srgbClr val="AFC4CD"/>
                </a:solidFill>
                <a:latin typeface="DejaVu Sans"/>
                <a:ea typeface="DejaVu Sans"/>
                <a:cs typeface="DejaVu Sans"/>
              </a:defRPr>
            </a:lvl9pPr>
          </a:lstStyle>
          <a:p>
            <a:pPr algn="l">
              <a:defRPr sz="1800" b="0">
                <a:solidFill>
                  <a:srgbClr val="AFC4CD"/>
                </a:solidFill>
                <a:latin typeface="DejaVu Sans"/>
                <a:ea typeface="DejaVu Sans"/>
                <a:cs typeface="DejaVu Sans"/>
              </a:defRPr>
            </a:pPr>
            <a:r>
              <a:rPr sz="1800" b="0">
                <a:solidFill>
                  <a:srgbClr val="AFC4CD"/>
                </a:solidFill>
                <a:latin typeface="DejaVu Sans"/>
                <a:ea typeface="DejaVu Sans"/>
                <a:cs typeface="DejaVu Sans"/>
              </a:rPr>
              <a:t>Universidad Católica Boliviana “San Pablo”</a:t>
            </a:r>
          </a:p>
          <a:p>
            <a:pPr algn="l">
              <a:defRPr sz="1800" b="0">
                <a:solidFill>
                  <a:srgbClr val="AFC4CD"/>
                </a:solidFill>
                <a:latin typeface="DejaVu Sans"/>
                <a:ea typeface="DejaVu Sans"/>
                <a:cs typeface="DejaVu Sans"/>
              </a:defRPr>
            </a:pPr>
            <a:r>
              <a:rPr sz="1800" b="0">
                <a:solidFill>
                  <a:srgbClr val="AFC4CD"/>
                </a:solidFill>
                <a:latin typeface="DejaVu Sans"/>
                <a:ea typeface="DejaVu Sans"/>
                <a:cs typeface="DejaVu Sans"/>
              </a:rPr>
              <a:t>Sede Santa Cruz</a:t>
            </a:r>
          </a:p>
        </p:txBody>
      </p:sp>
    </p:spTree>
    <p:extLst>
      <p:ext uri="{BB962C8B-B14F-4D97-AF65-F5344CB8AC3E}">
        <p14:creationId xmlns:p14="http://schemas.microsoft.com/office/powerpoint/2010/main" val="832220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cxnSp>
        <p:nvCxnSpPr>
          <p:cNvPr id="9" name="Conector recto de flecha 8">
            <a:extLst>
              <a:ext uri="{FF2B5EF4-FFF2-40B4-BE49-F238E27FC236}">
                <a16:creationId xmlns:a16="http://schemas.microsoft.com/office/drawing/2014/main" id="{2DA317EC-41E8-4AC7-917B-C5472853A3AA}"/>
              </a:ext>
            </a:extLst>
          </p:cNvPr>
          <p:cNvCxnSpPr>
            <a:stCxn id="5" idx="3"/>
            <a:endCxn id="6" idx="1"/>
          </p:cNvCxnSpPr>
          <p:nvPr/>
        </p:nvCxnSpPr>
        <p:spPr>
          <a:xfrm>
            <a:off x="8801100" y="2947988"/>
            <a:ext cx="304800" cy="0"/>
          </a:xfrm>
          <a:prstGeom prst="straightConnector1">
            <a:avLst/>
          </a:prstGeom>
          <a:ln w="19050">
            <a:solidFill>
              <a:srgbClr val="007D70"/>
            </a:solidFill>
            <a:prstDash val="solid"/>
            <a:tailEnd type="triangle" w="med" len="med"/>
          </a:ln>
        </p:spPr>
      </p:cxnSp>
      <p:cxnSp>
        <p:nvCxnSpPr>
          <p:cNvPr id="8" name="Conector recto de flecha 7">
            <a:extLst>
              <a:ext uri="{FF2B5EF4-FFF2-40B4-BE49-F238E27FC236}">
                <a16:creationId xmlns:a16="http://schemas.microsoft.com/office/drawing/2014/main" id="{E4F3E6A9-5477-40E3-92E9-2FBAF01CD1E1}"/>
              </a:ext>
            </a:extLst>
          </p:cNvPr>
          <p:cNvCxnSpPr>
            <a:stCxn id="4" idx="3"/>
            <a:endCxn id="5" idx="1"/>
          </p:cNvCxnSpPr>
          <p:nvPr/>
        </p:nvCxnSpPr>
        <p:spPr>
          <a:xfrm>
            <a:off x="5943600" y="2947988"/>
            <a:ext cx="304800" cy="0"/>
          </a:xfrm>
          <a:prstGeom prst="straightConnector1">
            <a:avLst/>
          </a:prstGeom>
          <a:ln w="19050">
            <a:solidFill>
              <a:srgbClr val="007D70"/>
            </a:solidFill>
            <a:prstDash val="solid"/>
            <a:tailEnd type="triangle" w="med" len="med"/>
          </a:ln>
        </p:spPr>
      </p:cxnSp>
      <p:cxnSp>
        <p:nvCxnSpPr>
          <p:cNvPr id="7" name="Conector recto de flecha 6">
            <a:extLst>
              <a:ext uri="{FF2B5EF4-FFF2-40B4-BE49-F238E27FC236}">
                <a16:creationId xmlns:a16="http://schemas.microsoft.com/office/drawing/2014/main" id="{05070C80-303C-4E23-A661-DA8AD5B12E18}"/>
              </a:ext>
            </a:extLst>
          </p:cNvPr>
          <p:cNvCxnSpPr>
            <a:stCxn id="3" idx="3"/>
            <a:endCxn id="4" idx="1"/>
          </p:cNvCxnSpPr>
          <p:nvPr/>
        </p:nvCxnSpPr>
        <p:spPr>
          <a:xfrm>
            <a:off x="3086100" y="2947988"/>
            <a:ext cx="304800" cy="0"/>
          </a:xfrm>
          <a:prstGeom prst="straightConnector1">
            <a:avLst/>
          </a:prstGeom>
          <a:ln w="19050">
            <a:solidFill>
              <a:srgbClr val="007D70"/>
            </a:solidFill>
            <a:prstDash val="solid"/>
            <a:tailEnd type="triangle" w="med" len="med"/>
          </a:ln>
        </p:spPr>
      </p:cxnSp>
      <p:sp>
        <p:nvSpPr>
          <p:cNvPr id="17" name="text-6">
            <a:extLst>
              <a:ext uri="{FF2B5EF4-FFF2-40B4-BE49-F238E27FC236}">
                <a16:creationId xmlns:a16="http://schemas.microsoft.com/office/drawing/2014/main" id="{82F69E57-F18C-470C-886D-116A1C2FE4FC}"/>
              </a:ext>
            </a:extLst>
          </p:cNvPr>
          <p:cNvSpPr>
            <a:spLocks noGrp="1"/>
          </p:cNvSpPr>
          <p:nvPr/>
        </p:nvSpPr>
        <p:spPr>
          <a:xfrm>
            <a:off x="533400" y="409575"/>
            <a:ext cx="11125200" cy="619125"/>
          </a:xfrm>
          <a:prstGeom prst="rect">
            <a:avLst/>
          </a:prstGeom>
          <a:noFill/>
          <a:ln w="0">
            <a:noFill/>
            <a:prstDash val="solid"/>
          </a:ln>
        </p:spPr>
        <p:txBody>
          <a:bodyPr wrap="square" lIns="0" tIns="0" rIns="0" bIns="0" anchor="t">
            <a:noAutofit/>
          </a:bodyPr>
          <a:lstStyle>
            <a:defPPr algn="l">
              <a:defRPr sz="3300" b="1">
                <a:solidFill>
                  <a:srgbClr val="12313F"/>
                </a:solidFill>
                <a:latin typeface="DejaVu Sans"/>
                <a:ea typeface="DejaVu Sans"/>
                <a:cs typeface="DejaVu Sans"/>
              </a:defRPr>
            </a:defPPr>
            <a:lvl1pPr algn="l">
              <a:defRPr sz="3300" b="1">
                <a:solidFill>
                  <a:srgbClr val="12313F"/>
                </a:solidFill>
                <a:latin typeface="DejaVu Sans"/>
                <a:ea typeface="DejaVu Sans"/>
                <a:cs typeface="DejaVu Sans"/>
              </a:defRPr>
            </a:lvl1pPr>
            <a:lvl2pPr algn="l">
              <a:defRPr sz="3300" b="1">
                <a:solidFill>
                  <a:srgbClr val="12313F"/>
                </a:solidFill>
                <a:latin typeface="DejaVu Sans"/>
                <a:ea typeface="DejaVu Sans"/>
                <a:cs typeface="DejaVu Sans"/>
              </a:defRPr>
            </a:lvl2pPr>
            <a:lvl3pPr algn="l">
              <a:defRPr sz="3300" b="1">
                <a:solidFill>
                  <a:srgbClr val="12313F"/>
                </a:solidFill>
                <a:latin typeface="DejaVu Sans"/>
                <a:ea typeface="DejaVu Sans"/>
                <a:cs typeface="DejaVu Sans"/>
              </a:defRPr>
            </a:lvl3pPr>
            <a:lvl4pPr algn="l">
              <a:defRPr sz="3300" b="1">
                <a:solidFill>
                  <a:srgbClr val="12313F"/>
                </a:solidFill>
                <a:latin typeface="DejaVu Sans"/>
                <a:ea typeface="DejaVu Sans"/>
                <a:cs typeface="DejaVu Sans"/>
              </a:defRPr>
            </a:lvl4pPr>
            <a:lvl5pPr algn="l">
              <a:defRPr sz="3300" b="1">
                <a:solidFill>
                  <a:srgbClr val="12313F"/>
                </a:solidFill>
                <a:latin typeface="DejaVu Sans"/>
                <a:ea typeface="DejaVu Sans"/>
                <a:cs typeface="DejaVu Sans"/>
              </a:defRPr>
            </a:lvl5pPr>
            <a:lvl6pPr algn="l">
              <a:defRPr sz="3300" b="1">
                <a:solidFill>
                  <a:srgbClr val="12313F"/>
                </a:solidFill>
                <a:latin typeface="DejaVu Sans"/>
                <a:ea typeface="DejaVu Sans"/>
                <a:cs typeface="DejaVu Sans"/>
              </a:defRPr>
            </a:lvl6pPr>
            <a:lvl7pPr algn="l">
              <a:defRPr sz="3300" b="1">
                <a:solidFill>
                  <a:srgbClr val="12313F"/>
                </a:solidFill>
                <a:latin typeface="DejaVu Sans"/>
                <a:ea typeface="DejaVu Sans"/>
                <a:cs typeface="DejaVu Sans"/>
              </a:defRPr>
            </a:lvl7pPr>
            <a:lvl8pPr algn="l">
              <a:defRPr sz="3300" b="1">
                <a:solidFill>
                  <a:srgbClr val="12313F"/>
                </a:solidFill>
                <a:latin typeface="DejaVu Sans"/>
                <a:ea typeface="DejaVu Sans"/>
                <a:cs typeface="DejaVu Sans"/>
              </a:defRPr>
            </a:lvl8pPr>
            <a:lvl9pPr algn="l">
              <a:defRPr sz="3300" b="1">
                <a:solidFill>
                  <a:srgbClr val="12313F"/>
                </a:solidFill>
                <a:latin typeface="DejaVu Sans"/>
                <a:ea typeface="DejaVu Sans"/>
                <a:cs typeface="DejaVu Sans"/>
              </a:defRPr>
            </a:lvl9pPr>
          </a:lstStyle>
          <a:p>
            <a:pPr algn="l">
              <a:defRPr sz="3300" b="1">
                <a:solidFill>
                  <a:srgbClr val="12313F"/>
                </a:solidFill>
                <a:latin typeface="DejaVu Sans"/>
                <a:ea typeface="DejaVu Sans"/>
                <a:cs typeface="DejaVu Sans"/>
              </a:defRPr>
            </a:pPr>
            <a:r>
              <a:rPr sz="3300" b="1">
                <a:solidFill>
                  <a:srgbClr val="12313F"/>
                </a:solidFill>
                <a:latin typeface="DejaVu Sans"/>
                <a:ea typeface="DejaVu Sans"/>
                <a:cs typeface="DejaVu Sans"/>
              </a:rPr>
              <a:t>Problema y justificación</a:t>
            </a:r>
          </a:p>
        </p:txBody>
      </p:sp>
      <p:sp>
        <p:nvSpPr>
          <p:cNvPr id="2" name="text-7">
            <a:extLst>
              <a:ext uri="{FF2B5EF4-FFF2-40B4-BE49-F238E27FC236}">
                <a16:creationId xmlns:a16="http://schemas.microsoft.com/office/drawing/2014/main" id="{0C18122E-93A4-48F5-9F15-297892C320CF}"/>
              </a:ext>
            </a:extLst>
          </p:cNvPr>
          <p:cNvSpPr>
            <a:spLocks noGrp="1"/>
          </p:cNvSpPr>
          <p:nvPr/>
        </p:nvSpPr>
        <p:spPr>
          <a:xfrm>
            <a:off x="533400" y="1390650"/>
            <a:ext cx="10763250" cy="552450"/>
          </a:xfrm>
          <a:prstGeom prst="rect">
            <a:avLst/>
          </a:prstGeom>
          <a:noFill/>
          <a:ln w="0">
            <a:noFill/>
            <a:prstDash val="solid"/>
          </a:ln>
        </p:spPr>
        <p:txBody>
          <a:bodyPr wrap="square" lIns="0" tIns="0" rIns="0" bIns="0" anchor="t">
            <a:noAutofit/>
          </a:bodyPr>
          <a:lstStyle>
            <a:defPPr algn="l">
              <a:defRPr sz="2700" b="1">
                <a:solidFill>
                  <a:srgbClr val="007D70"/>
                </a:solidFill>
                <a:latin typeface="DejaVu Sans"/>
                <a:ea typeface="DejaVu Sans"/>
                <a:cs typeface="DejaVu Sans"/>
              </a:defRPr>
            </a:defPPr>
            <a:lvl1pPr algn="l">
              <a:defRPr sz="2700" b="1">
                <a:solidFill>
                  <a:srgbClr val="007D70"/>
                </a:solidFill>
                <a:latin typeface="DejaVu Sans"/>
                <a:ea typeface="DejaVu Sans"/>
                <a:cs typeface="DejaVu Sans"/>
              </a:defRPr>
            </a:lvl1pPr>
            <a:lvl2pPr algn="l">
              <a:defRPr sz="2700" b="1">
                <a:solidFill>
                  <a:srgbClr val="007D70"/>
                </a:solidFill>
                <a:latin typeface="DejaVu Sans"/>
                <a:ea typeface="DejaVu Sans"/>
                <a:cs typeface="DejaVu Sans"/>
              </a:defRPr>
            </a:lvl2pPr>
            <a:lvl3pPr algn="l">
              <a:defRPr sz="2700" b="1">
                <a:solidFill>
                  <a:srgbClr val="007D70"/>
                </a:solidFill>
                <a:latin typeface="DejaVu Sans"/>
                <a:ea typeface="DejaVu Sans"/>
                <a:cs typeface="DejaVu Sans"/>
              </a:defRPr>
            </a:lvl3pPr>
            <a:lvl4pPr algn="l">
              <a:defRPr sz="2700" b="1">
                <a:solidFill>
                  <a:srgbClr val="007D70"/>
                </a:solidFill>
                <a:latin typeface="DejaVu Sans"/>
                <a:ea typeface="DejaVu Sans"/>
                <a:cs typeface="DejaVu Sans"/>
              </a:defRPr>
            </a:lvl4pPr>
            <a:lvl5pPr algn="l">
              <a:defRPr sz="2700" b="1">
                <a:solidFill>
                  <a:srgbClr val="007D70"/>
                </a:solidFill>
                <a:latin typeface="DejaVu Sans"/>
                <a:ea typeface="DejaVu Sans"/>
                <a:cs typeface="DejaVu Sans"/>
              </a:defRPr>
            </a:lvl5pPr>
            <a:lvl6pPr algn="l">
              <a:defRPr sz="2700" b="1">
                <a:solidFill>
                  <a:srgbClr val="007D70"/>
                </a:solidFill>
                <a:latin typeface="DejaVu Sans"/>
                <a:ea typeface="DejaVu Sans"/>
                <a:cs typeface="DejaVu Sans"/>
              </a:defRPr>
            </a:lvl6pPr>
            <a:lvl7pPr algn="l">
              <a:defRPr sz="2700" b="1">
                <a:solidFill>
                  <a:srgbClr val="007D70"/>
                </a:solidFill>
                <a:latin typeface="DejaVu Sans"/>
                <a:ea typeface="DejaVu Sans"/>
                <a:cs typeface="DejaVu Sans"/>
              </a:defRPr>
            </a:lvl7pPr>
            <a:lvl8pPr algn="l">
              <a:defRPr sz="2700" b="1">
                <a:solidFill>
                  <a:srgbClr val="007D70"/>
                </a:solidFill>
                <a:latin typeface="DejaVu Sans"/>
                <a:ea typeface="DejaVu Sans"/>
                <a:cs typeface="DejaVu Sans"/>
              </a:defRPr>
            </a:lvl8pPr>
            <a:lvl9pPr algn="l">
              <a:defRPr sz="2700" b="1">
                <a:solidFill>
                  <a:srgbClr val="007D70"/>
                </a:solidFill>
                <a:latin typeface="DejaVu Sans"/>
                <a:ea typeface="DejaVu Sans"/>
                <a:cs typeface="DejaVu Sans"/>
              </a:defRPr>
            </a:lvl9pPr>
          </a:lstStyle>
          <a:p>
            <a:pPr algn="l">
              <a:defRPr sz="2700" b="1">
                <a:solidFill>
                  <a:srgbClr val="007D70"/>
                </a:solidFill>
                <a:latin typeface="DejaVu Sans"/>
                <a:ea typeface="DejaVu Sans"/>
                <a:cs typeface="DejaVu Sans"/>
              </a:defRPr>
            </a:pPr>
            <a:r>
              <a:rPr sz="2700" b="1">
                <a:solidFill>
                  <a:srgbClr val="007D70"/>
                </a:solidFill>
                <a:latin typeface="DejaVu Sans"/>
                <a:ea typeface="DejaVu Sans"/>
                <a:cs typeface="DejaVu Sans"/>
              </a:rPr>
              <a:t>El EPP requerido depende de la actividad</a:t>
            </a:r>
          </a:p>
        </p:txBody>
      </p:sp>
      <p:sp>
        <p:nvSpPr>
          <p:cNvPr id="3" name="diagram-node-8">
            <a:extLst>
              <a:ext uri="{FF2B5EF4-FFF2-40B4-BE49-F238E27FC236}">
                <a16:creationId xmlns:a16="http://schemas.microsoft.com/office/drawing/2014/main" id="{6D1EF1BA-A354-4AF6-8AF8-C76D53222A4F}"/>
              </a:ext>
            </a:extLst>
          </p:cNvPr>
          <p:cNvSpPr>
            <a:spLocks noGrp="1"/>
          </p:cNvSpPr>
          <p:nvPr/>
        </p:nvSpPr>
        <p:spPr>
          <a:xfrm>
            <a:off x="533400" y="2514600"/>
            <a:ext cx="2552700" cy="866775"/>
          </a:xfrm>
          <a:prstGeom prst="rect">
            <a:avLst/>
          </a:prstGeom>
          <a:solidFill>
            <a:srgbClr val="E0F3EE"/>
          </a:solidFill>
          <a:ln w="9525">
            <a:solidFill>
              <a:srgbClr val="B8DCD3"/>
            </a:solidFill>
            <a:prstDash val="solid"/>
          </a:ln>
        </p:spPr>
        <p:txBody>
          <a:bodyPr wrap="square" lIns="95250" tIns="95250" rIns="95250" bIns="95250" anchor="ctr">
            <a:noAutofit/>
          </a:bodyPr>
          <a:lstStyle>
            <a:defPPr algn="ctr">
              <a:defRPr sz="2025" b="1">
                <a:solidFill>
                  <a:srgbClr val="12313F"/>
                </a:solidFill>
                <a:latin typeface="DejaVu Sans"/>
                <a:ea typeface="DejaVu Sans"/>
                <a:cs typeface="DejaVu Sans"/>
              </a:defRPr>
            </a:defPPr>
            <a:lvl1pPr algn="ctr">
              <a:defRPr sz="2025" b="1">
                <a:solidFill>
                  <a:srgbClr val="12313F"/>
                </a:solidFill>
                <a:latin typeface="DejaVu Sans"/>
                <a:ea typeface="DejaVu Sans"/>
                <a:cs typeface="DejaVu Sans"/>
              </a:defRPr>
            </a:lvl1pPr>
            <a:lvl2pPr algn="ctr">
              <a:defRPr sz="2025" b="1">
                <a:solidFill>
                  <a:srgbClr val="12313F"/>
                </a:solidFill>
                <a:latin typeface="DejaVu Sans"/>
                <a:ea typeface="DejaVu Sans"/>
                <a:cs typeface="DejaVu Sans"/>
              </a:defRPr>
            </a:lvl2pPr>
            <a:lvl3pPr algn="ctr">
              <a:defRPr sz="2025" b="1">
                <a:solidFill>
                  <a:srgbClr val="12313F"/>
                </a:solidFill>
                <a:latin typeface="DejaVu Sans"/>
                <a:ea typeface="DejaVu Sans"/>
                <a:cs typeface="DejaVu Sans"/>
              </a:defRPr>
            </a:lvl3pPr>
            <a:lvl4pPr algn="ctr">
              <a:defRPr sz="2025" b="1">
                <a:solidFill>
                  <a:srgbClr val="12313F"/>
                </a:solidFill>
                <a:latin typeface="DejaVu Sans"/>
                <a:ea typeface="DejaVu Sans"/>
                <a:cs typeface="DejaVu Sans"/>
              </a:defRPr>
            </a:lvl4pPr>
            <a:lvl5pPr algn="ctr">
              <a:defRPr sz="2025" b="1">
                <a:solidFill>
                  <a:srgbClr val="12313F"/>
                </a:solidFill>
                <a:latin typeface="DejaVu Sans"/>
                <a:ea typeface="DejaVu Sans"/>
                <a:cs typeface="DejaVu Sans"/>
              </a:defRPr>
            </a:lvl5pPr>
            <a:lvl6pPr algn="ctr">
              <a:defRPr sz="2025" b="1">
                <a:solidFill>
                  <a:srgbClr val="12313F"/>
                </a:solidFill>
                <a:latin typeface="DejaVu Sans"/>
                <a:ea typeface="DejaVu Sans"/>
                <a:cs typeface="DejaVu Sans"/>
              </a:defRPr>
            </a:lvl6pPr>
            <a:lvl7pPr algn="ctr">
              <a:defRPr sz="2025" b="1">
                <a:solidFill>
                  <a:srgbClr val="12313F"/>
                </a:solidFill>
                <a:latin typeface="DejaVu Sans"/>
                <a:ea typeface="DejaVu Sans"/>
                <a:cs typeface="DejaVu Sans"/>
              </a:defRPr>
            </a:lvl7pPr>
            <a:lvl8pPr algn="ctr">
              <a:defRPr sz="2025" b="1">
                <a:solidFill>
                  <a:srgbClr val="12313F"/>
                </a:solidFill>
                <a:latin typeface="DejaVu Sans"/>
                <a:ea typeface="DejaVu Sans"/>
                <a:cs typeface="DejaVu Sans"/>
              </a:defRPr>
            </a:lvl8pPr>
            <a:lvl9pPr algn="ctr">
              <a:defRPr sz="2025" b="1">
                <a:solidFill>
                  <a:srgbClr val="12313F"/>
                </a:solidFill>
                <a:latin typeface="DejaVu Sans"/>
                <a:ea typeface="DejaVu Sans"/>
                <a:cs typeface="DejaVu Sans"/>
              </a:defRPr>
            </a:lvl9pPr>
          </a:lstStyle>
          <a:p>
            <a:pPr algn="ctr">
              <a:defRPr sz="2025" b="1">
                <a:solidFill>
                  <a:srgbClr val="12313F"/>
                </a:solidFill>
                <a:latin typeface="DejaVu Sans"/>
                <a:ea typeface="DejaVu Sans"/>
                <a:cs typeface="DejaVu Sans"/>
              </a:defRPr>
            </a:pPr>
            <a:r>
              <a:rPr sz="2025" b="1">
                <a:solidFill>
                  <a:srgbClr val="12313F"/>
                </a:solidFill>
                <a:latin typeface="DejaVu Sans"/>
                <a:ea typeface="DejaVu Sans"/>
                <a:cs typeface="DejaVu Sans"/>
              </a:rPr>
              <a:t>Actividad</a:t>
            </a:r>
          </a:p>
        </p:txBody>
      </p:sp>
      <p:sp>
        <p:nvSpPr>
          <p:cNvPr id="4" name="diagram-node-9">
            <a:extLst>
              <a:ext uri="{FF2B5EF4-FFF2-40B4-BE49-F238E27FC236}">
                <a16:creationId xmlns:a16="http://schemas.microsoft.com/office/drawing/2014/main" id="{03541C65-36E6-4285-9A13-4E16012E432B}"/>
              </a:ext>
            </a:extLst>
          </p:cNvPr>
          <p:cNvSpPr>
            <a:spLocks noGrp="1"/>
          </p:cNvSpPr>
          <p:nvPr/>
        </p:nvSpPr>
        <p:spPr>
          <a:xfrm>
            <a:off x="3390900" y="2514600"/>
            <a:ext cx="2552700" cy="866775"/>
          </a:xfrm>
          <a:prstGeom prst="rect">
            <a:avLst/>
          </a:prstGeom>
          <a:solidFill>
            <a:srgbClr val="E0F3EE"/>
          </a:solidFill>
          <a:ln w="9525">
            <a:solidFill>
              <a:srgbClr val="B8DCD3"/>
            </a:solidFill>
            <a:prstDash val="solid"/>
          </a:ln>
        </p:spPr>
        <p:txBody>
          <a:bodyPr wrap="square" lIns="95250" tIns="95250" rIns="95250" bIns="95250" anchor="ctr">
            <a:noAutofit/>
          </a:bodyPr>
          <a:lstStyle>
            <a:defPPr algn="ctr">
              <a:defRPr sz="2025" b="1">
                <a:solidFill>
                  <a:srgbClr val="12313F"/>
                </a:solidFill>
                <a:latin typeface="DejaVu Sans"/>
                <a:ea typeface="DejaVu Sans"/>
                <a:cs typeface="DejaVu Sans"/>
              </a:defRPr>
            </a:defPPr>
            <a:lvl1pPr algn="ctr">
              <a:defRPr sz="2025" b="1">
                <a:solidFill>
                  <a:srgbClr val="12313F"/>
                </a:solidFill>
                <a:latin typeface="DejaVu Sans"/>
                <a:ea typeface="DejaVu Sans"/>
                <a:cs typeface="DejaVu Sans"/>
              </a:defRPr>
            </a:lvl1pPr>
            <a:lvl2pPr algn="ctr">
              <a:defRPr sz="2025" b="1">
                <a:solidFill>
                  <a:srgbClr val="12313F"/>
                </a:solidFill>
                <a:latin typeface="DejaVu Sans"/>
                <a:ea typeface="DejaVu Sans"/>
                <a:cs typeface="DejaVu Sans"/>
              </a:defRPr>
            </a:lvl2pPr>
            <a:lvl3pPr algn="ctr">
              <a:defRPr sz="2025" b="1">
                <a:solidFill>
                  <a:srgbClr val="12313F"/>
                </a:solidFill>
                <a:latin typeface="DejaVu Sans"/>
                <a:ea typeface="DejaVu Sans"/>
                <a:cs typeface="DejaVu Sans"/>
              </a:defRPr>
            </a:lvl3pPr>
            <a:lvl4pPr algn="ctr">
              <a:defRPr sz="2025" b="1">
                <a:solidFill>
                  <a:srgbClr val="12313F"/>
                </a:solidFill>
                <a:latin typeface="DejaVu Sans"/>
                <a:ea typeface="DejaVu Sans"/>
                <a:cs typeface="DejaVu Sans"/>
              </a:defRPr>
            </a:lvl4pPr>
            <a:lvl5pPr algn="ctr">
              <a:defRPr sz="2025" b="1">
                <a:solidFill>
                  <a:srgbClr val="12313F"/>
                </a:solidFill>
                <a:latin typeface="DejaVu Sans"/>
                <a:ea typeface="DejaVu Sans"/>
                <a:cs typeface="DejaVu Sans"/>
              </a:defRPr>
            </a:lvl5pPr>
            <a:lvl6pPr algn="ctr">
              <a:defRPr sz="2025" b="1">
                <a:solidFill>
                  <a:srgbClr val="12313F"/>
                </a:solidFill>
                <a:latin typeface="DejaVu Sans"/>
                <a:ea typeface="DejaVu Sans"/>
                <a:cs typeface="DejaVu Sans"/>
              </a:defRPr>
            </a:lvl6pPr>
            <a:lvl7pPr algn="ctr">
              <a:defRPr sz="2025" b="1">
                <a:solidFill>
                  <a:srgbClr val="12313F"/>
                </a:solidFill>
                <a:latin typeface="DejaVu Sans"/>
                <a:ea typeface="DejaVu Sans"/>
                <a:cs typeface="DejaVu Sans"/>
              </a:defRPr>
            </a:lvl7pPr>
            <a:lvl8pPr algn="ctr">
              <a:defRPr sz="2025" b="1">
                <a:solidFill>
                  <a:srgbClr val="12313F"/>
                </a:solidFill>
                <a:latin typeface="DejaVu Sans"/>
                <a:ea typeface="DejaVu Sans"/>
                <a:cs typeface="DejaVu Sans"/>
              </a:defRPr>
            </a:lvl8pPr>
            <a:lvl9pPr algn="ctr">
              <a:defRPr sz="2025" b="1">
                <a:solidFill>
                  <a:srgbClr val="12313F"/>
                </a:solidFill>
                <a:latin typeface="DejaVu Sans"/>
                <a:ea typeface="DejaVu Sans"/>
                <a:cs typeface="DejaVu Sans"/>
              </a:defRPr>
            </a:lvl9pPr>
          </a:lstStyle>
          <a:p>
            <a:pPr algn="ctr">
              <a:defRPr sz="2025" b="1">
                <a:solidFill>
                  <a:srgbClr val="12313F"/>
                </a:solidFill>
                <a:latin typeface="DejaVu Sans"/>
                <a:ea typeface="DejaVu Sans"/>
                <a:cs typeface="DejaVu Sans"/>
              </a:defRPr>
            </a:pPr>
            <a:r>
              <a:rPr sz="2025" b="1">
                <a:solidFill>
                  <a:srgbClr val="12313F"/>
                </a:solidFill>
                <a:latin typeface="DejaVu Sans"/>
                <a:ea typeface="DejaVu Sans"/>
                <a:cs typeface="DejaVu Sans"/>
              </a:rPr>
              <a:t>Riesgo</a:t>
            </a:r>
          </a:p>
        </p:txBody>
      </p:sp>
      <p:sp>
        <p:nvSpPr>
          <p:cNvPr id="5" name="diagram-node-10">
            <a:extLst>
              <a:ext uri="{FF2B5EF4-FFF2-40B4-BE49-F238E27FC236}">
                <a16:creationId xmlns:a16="http://schemas.microsoft.com/office/drawing/2014/main" id="{66DADE31-546D-4CEA-96AE-D0BFFADF3C7B}"/>
              </a:ext>
            </a:extLst>
          </p:cNvPr>
          <p:cNvSpPr>
            <a:spLocks noGrp="1"/>
          </p:cNvSpPr>
          <p:nvPr/>
        </p:nvSpPr>
        <p:spPr>
          <a:xfrm>
            <a:off x="6248400" y="2514600"/>
            <a:ext cx="2552700" cy="866775"/>
          </a:xfrm>
          <a:prstGeom prst="rect">
            <a:avLst/>
          </a:prstGeom>
          <a:solidFill>
            <a:srgbClr val="E0F3EE"/>
          </a:solidFill>
          <a:ln w="9525">
            <a:solidFill>
              <a:srgbClr val="B8DCD3"/>
            </a:solidFill>
            <a:prstDash val="solid"/>
          </a:ln>
        </p:spPr>
        <p:txBody>
          <a:bodyPr wrap="square" lIns="95250" tIns="95250" rIns="95250" bIns="95250" anchor="ctr">
            <a:noAutofit/>
          </a:bodyPr>
          <a:lstStyle>
            <a:defPPr algn="ctr">
              <a:defRPr sz="2025" b="1">
                <a:solidFill>
                  <a:srgbClr val="12313F"/>
                </a:solidFill>
                <a:latin typeface="DejaVu Sans"/>
                <a:ea typeface="DejaVu Sans"/>
                <a:cs typeface="DejaVu Sans"/>
              </a:defRPr>
            </a:defPPr>
            <a:lvl1pPr algn="ctr">
              <a:defRPr sz="2025" b="1">
                <a:solidFill>
                  <a:srgbClr val="12313F"/>
                </a:solidFill>
                <a:latin typeface="DejaVu Sans"/>
                <a:ea typeface="DejaVu Sans"/>
                <a:cs typeface="DejaVu Sans"/>
              </a:defRPr>
            </a:lvl1pPr>
            <a:lvl2pPr algn="ctr">
              <a:defRPr sz="2025" b="1">
                <a:solidFill>
                  <a:srgbClr val="12313F"/>
                </a:solidFill>
                <a:latin typeface="DejaVu Sans"/>
                <a:ea typeface="DejaVu Sans"/>
                <a:cs typeface="DejaVu Sans"/>
              </a:defRPr>
            </a:lvl2pPr>
            <a:lvl3pPr algn="ctr">
              <a:defRPr sz="2025" b="1">
                <a:solidFill>
                  <a:srgbClr val="12313F"/>
                </a:solidFill>
                <a:latin typeface="DejaVu Sans"/>
                <a:ea typeface="DejaVu Sans"/>
                <a:cs typeface="DejaVu Sans"/>
              </a:defRPr>
            </a:lvl3pPr>
            <a:lvl4pPr algn="ctr">
              <a:defRPr sz="2025" b="1">
                <a:solidFill>
                  <a:srgbClr val="12313F"/>
                </a:solidFill>
                <a:latin typeface="DejaVu Sans"/>
                <a:ea typeface="DejaVu Sans"/>
                <a:cs typeface="DejaVu Sans"/>
              </a:defRPr>
            </a:lvl4pPr>
            <a:lvl5pPr algn="ctr">
              <a:defRPr sz="2025" b="1">
                <a:solidFill>
                  <a:srgbClr val="12313F"/>
                </a:solidFill>
                <a:latin typeface="DejaVu Sans"/>
                <a:ea typeface="DejaVu Sans"/>
                <a:cs typeface="DejaVu Sans"/>
              </a:defRPr>
            </a:lvl5pPr>
            <a:lvl6pPr algn="ctr">
              <a:defRPr sz="2025" b="1">
                <a:solidFill>
                  <a:srgbClr val="12313F"/>
                </a:solidFill>
                <a:latin typeface="DejaVu Sans"/>
                <a:ea typeface="DejaVu Sans"/>
                <a:cs typeface="DejaVu Sans"/>
              </a:defRPr>
            </a:lvl6pPr>
            <a:lvl7pPr algn="ctr">
              <a:defRPr sz="2025" b="1">
                <a:solidFill>
                  <a:srgbClr val="12313F"/>
                </a:solidFill>
                <a:latin typeface="DejaVu Sans"/>
                <a:ea typeface="DejaVu Sans"/>
                <a:cs typeface="DejaVu Sans"/>
              </a:defRPr>
            </a:lvl7pPr>
            <a:lvl8pPr algn="ctr">
              <a:defRPr sz="2025" b="1">
                <a:solidFill>
                  <a:srgbClr val="12313F"/>
                </a:solidFill>
                <a:latin typeface="DejaVu Sans"/>
                <a:ea typeface="DejaVu Sans"/>
                <a:cs typeface="DejaVu Sans"/>
              </a:defRPr>
            </a:lvl8pPr>
            <a:lvl9pPr algn="ctr">
              <a:defRPr sz="2025" b="1">
                <a:solidFill>
                  <a:srgbClr val="12313F"/>
                </a:solidFill>
                <a:latin typeface="DejaVu Sans"/>
                <a:ea typeface="DejaVu Sans"/>
                <a:cs typeface="DejaVu Sans"/>
              </a:defRPr>
            </a:lvl9pPr>
          </a:lstStyle>
          <a:p>
            <a:pPr algn="ctr">
              <a:defRPr sz="2025" b="1">
                <a:solidFill>
                  <a:srgbClr val="12313F"/>
                </a:solidFill>
                <a:latin typeface="DejaVu Sans"/>
                <a:ea typeface="DejaVu Sans"/>
                <a:cs typeface="DejaVu Sans"/>
              </a:defRPr>
            </a:pPr>
            <a:r>
              <a:rPr sz="2025" b="1">
                <a:solidFill>
                  <a:srgbClr val="12313F"/>
                </a:solidFill>
                <a:latin typeface="DejaVu Sans"/>
                <a:ea typeface="DejaVu Sans"/>
                <a:cs typeface="DejaVu Sans"/>
              </a:rPr>
              <a:t>EPP requerido</a:t>
            </a:r>
          </a:p>
        </p:txBody>
      </p:sp>
      <p:sp>
        <p:nvSpPr>
          <p:cNvPr id="6" name="diagram-node-11">
            <a:extLst>
              <a:ext uri="{FF2B5EF4-FFF2-40B4-BE49-F238E27FC236}">
                <a16:creationId xmlns:a16="http://schemas.microsoft.com/office/drawing/2014/main" id="{000630F9-A935-443F-8C20-4BC38F4E9736}"/>
              </a:ext>
            </a:extLst>
          </p:cNvPr>
          <p:cNvSpPr>
            <a:spLocks noGrp="1"/>
          </p:cNvSpPr>
          <p:nvPr/>
        </p:nvSpPr>
        <p:spPr>
          <a:xfrm>
            <a:off x="9105900" y="2514600"/>
            <a:ext cx="2552700" cy="866775"/>
          </a:xfrm>
          <a:prstGeom prst="rect">
            <a:avLst/>
          </a:prstGeom>
          <a:solidFill>
            <a:srgbClr val="32E2BF"/>
          </a:solidFill>
          <a:ln w="9525">
            <a:solidFill>
              <a:srgbClr val="32E2BF"/>
            </a:solidFill>
            <a:prstDash val="solid"/>
          </a:ln>
        </p:spPr>
        <p:txBody>
          <a:bodyPr wrap="square" lIns="95250" tIns="95250" rIns="95250" bIns="95250" anchor="ctr">
            <a:noAutofit/>
          </a:bodyPr>
          <a:lstStyle>
            <a:defPPr algn="ctr">
              <a:defRPr sz="2025" b="1">
                <a:solidFill>
                  <a:srgbClr val="0A1E2B"/>
                </a:solidFill>
                <a:latin typeface="DejaVu Sans"/>
                <a:ea typeface="DejaVu Sans"/>
                <a:cs typeface="DejaVu Sans"/>
              </a:defRPr>
            </a:defPPr>
            <a:lvl1pPr algn="ctr">
              <a:defRPr sz="2025" b="1">
                <a:solidFill>
                  <a:srgbClr val="0A1E2B"/>
                </a:solidFill>
                <a:latin typeface="DejaVu Sans"/>
                <a:ea typeface="DejaVu Sans"/>
                <a:cs typeface="DejaVu Sans"/>
              </a:defRPr>
            </a:lvl1pPr>
            <a:lvl2pPr algn="ctr">
              <a:defRPr sz="2025" b="1">
                <a:solidFill>
                  <a:srgbClr val="0A1E2B"/>
                </a:solidFill>
                <a:latin typeface="DejaVu Sans"/>
                <a:ea typeface="DejaVu Sans"/>
                <a:cs typeface="DejaVu Sans"/>
              </a:defRPr>
            </a:lvl2pPr>
            <a:lvl3pPr algn="ctr">
              <a:defRPr sz="2025" b="1">
                <a:solidFill>
                  <a:srgbClr val="0A1E2B"/>
                </a:solidFill>
                <a:latin typeface="DejaVu Sans"/>
                <a:ea typeface="DejaVu Sans"/>
                <a:cs typeface="DejaVu Sans"/>
              </a:defRPr>
            </a:lvl3pPr>
            <a:lvl4pPr algn="ctr">
              <a:defRPr sz="2025" b="1">
                <a:solidFill>
                  <a:srgbClr val="0A1E2B"/>
                </a:solidFill>
                <a:latin typeface="DejaVu Sans"/>
                <a:ea typeface="DejaVu Sans"/>
                <a:cs typeface="DejaVu Sans"/>
              </a:defRPr>
            </a:lvl4pPr>
            <a:lvl5pPr algn="ctr">
              <a:defRPr sz="2025" b="1">
                <a:solidFill>
                  <a:srgbClr val="0A1E2B"/>
                </a:solidFill>
                <a:latin typeface="DejaVu Sans"/>
                <a:ea typeface="DejaVu Sans"/>
                <a:cs typeface="DejaVu Sans"/>
              </a:defRPr>
            </a:lvl5pPr>
            <a:lvl6pPr algn="ctr">
              <a:defRPr sz="2025" b="1">
                <a:solidFill>
                  <a:srgbClr val="0A1E2B"/>
                </a:solidFill>
                <a:latin typeface="DejaVu Sans"/>
                <a:ea typeface="DejaVu Sans"/>
                <a:cs typeface="DejaVu Sans"/>
              </a:defRPr>
            </a:lvl6pPr>
            <a:lvl7pPr algn="ctr">
              <a:defRPr sz="2025" b="1">
                <a:solidFill>
                  <a:srgbClr val="0A1E2B"/>
                </a:solidFill>
                <a:latin typeface="DejaVu Sans"/>
                <a:ea typeface="DejaVu Sans"/>
                <a:cs typeface="DejaVu Sans"/>
              </a:defRPr>
            </a:lvl7pPr>
            <a:lvl8pPr algn="ctr">
              <a:defRPr sz="2025" b="1">
                <a:solidFill>
                  <a:srgbClr val="0A1E2B"/>
                </a:solidFill>
                <a:latin typeface="DejaVu Sans"/>
                <a:ea typeface="DejaVu Sans"/>
                <a:cs typeface="DejaVu Sans"/>
              </a:defRPr>
            </a:lvl8pPr>
            <a:lvl9pPr algn="ctr">
              <a:defRPr sz="2025" b="1">
                <a:solidFill>
                  <a:srgbClr val="0A1E2B"/>
                </a:solidFill>
                <a:latin typeface="DejaVu Sans"/>
                <a:ea typeface="DejaVu Sans"/>
                <a:cs typeface="DejaVu Sans"/>
              </a:defRPr>
            </a:lvl9pPr>
          </a:lstStyle>
          <a:p>
            <a:pPr algn="ctr">
              <a:defRPr sz="2025" b="1">
                <a:solidFill>
                  <a:srgbClr val="0A1E2B"/>
                </a:solidFill>
                <a:latin typeface="DejaVu Sans"/>
                <a:ea typeface="DejaVu Sans"/>
                <a:cs typeface="DejaVu Sans"/>
              </a:defRPr>
            </a:pPr>
            <a:r>
              <a:rPr sz="2025" b="1">
                <a:solidFill>
                  <a:srgbClr val="0A1E2B"/>
                </a:solidFill>
                <a:latin typeface="DejaVu Sans"/>
                <a:ea typeface="DejaVu Sans"/>
                <a:cs typeface="DejaVu Sans"/>
              </a:rPr>
              <a:t>Verificación</a:t>
            </a:r>
          </a:p>
        </p:txBody>
      </p:sp>
      <p:sp>
        <p:nvSpPr>
          <p:cNvPr id="10" name="text-12">
            <a:extLst>
              <a:ext uri="{FF2B5EF4-FFF2-40B4-BE49-F238E27FC236}">
                <a16:creationId xmlns:a16="http://schemas.microsoft.com/office/drawing/2014/main" id="{39B56F3E-E61B-4C48-908E-5165913A333E}"/>
              </a:ext>
            </a:extLst>
          </p:cNvPr>
          <p:cNvSpPr>
            <a:spLocks noGrp="1"/>
          </p:cNvSpPr>
          <p:nvPr/>
        </p:nvSpPr>
        <p:spPr>
          <a:xfrm>
            <a:off x="533400" y="3619500"/>
            <a:ext cx="2552700" cy="809625"/>
          </a:xfrm>
          <a:prstGeom prst="rect">
            <a:avLst/>
          </a:prstGeom>
          <a:noFill/>
          <a:ln w="0">
            <a:noFill/>
            <a:prstDash val="solid"/>
          </a:ln>
        </p:spPr>
        <p:txBody>
          <a:bodyPr wrap="square" lIns="0" tIns="0" rIns="0" bIns="0" anchor="t">
            <a:noAutofit/>
          </a:bodyPr>
          <a:lstStyle>
            <a:defPPr algn="ctr">
              <a:defRPr sz="1875" b="0">
                <a:solidFill>
                  <a:srgbClr val="536A74"/>
                </a:solidFill>
                <a:latin typeface="DejaVu Sans"/>
                <a:ea typeface="DejaVu Sans"/>
                <a:cs typeface="DejaVu Sans"/>
              </a:defRPr>
            </a:defPPr>
            <a:lvl1pPr algn="ctr">
              <a:defRPr sz="1875" b="0">
                <a:solidFill>
                  <a:srgbClr val="536A74"/>
                </a:solidFill>
                <a:latin typeface="DejaVu Sans"/>
                <a:ea typeface="DejaVu Sans"/>
                <a:cs typeface="DejaVu Sans"/>
              </a:defRPr>
            </a:lvl1pPr>
            <a:lvl2pPr algn="ctr">
              <a:defRPr sz="1875" b="0">
                <a:solidFill>
                  <a:srgbClr val="536A74"/>
                </a:solidFill>
                <a:latin typeface="DejaVu Sans"/>
                <a:ea typeface="DejaVu Sans"/>
                <a:cs typeface="DejaVu Sans"/>
              </a:defRPr>
            </a:lvl2pPr>
            <a:lvl3pPr algn="ctr">
              <a:defRPr sz="1875" b="0">
                <a:solidFill>
                  <a:srgbClr val="536A74"/>
                </a:solidFill>
                <a:latin typeface="DejaVu Sans"/>
                <a:ea typeface="DejaVu Sans"/>
                <a:cs typeface="DejaVu Sans"/>
              </a:defRPr>
            </a:lvl3pPr>
            <a:lvl4pPr algn="ctr">
              <a:defRPr sz="1875" b="0">
                <a:solidFill>
                  <a:srgbClr val="536A74"/>
                </a:solidFill>
                <a:latin typeface="DejaVu Sans"/>
                <a:ea typeface="DejaVu Sans"/>
                <a:cs typeface="DejaVu Sans"/>
              </a:defRPr>
            </a:lvl4pPr>
            <a:lvl5pPr algn="ctr">
              <a:defRPr sz="1875" b="0">
                <a:solidFill>
                  <a:srgbClr val="536A74"/>
                </a:solidFill>
                <a:latin typeface="DejaVu Sans"/>
                <a:ea typeface="DejaVu Sans"/>
                <a:cs typeface="DejaVu Sans"/>
              </a:defRPr>
            </a:lvl5pPr>
            <a:lvl6pPr algn="ctr">
              <a:defRPr sz="1875" b="0">
                <a:solidFill>
                  <a:srgbClr val="536A74"/>
                </a:solidFill>
                <a:latin typeface="DejaVu Sans"/>
                <a:ea typeface="DejaVu Sans"/>
                <a:cs typeface="DejaVu Sans"/>
              </a:defRPr>
            </a:lvl6pPr>
            <a:lvl7pPr algn="ctr">
              <a:defRPr sz="1875" b="0">
                <a:solidFill>
                  <a:srgbClr val="536A74"/>
                </a:solidFill>
                <a:latin typeface="DejaVu Sans"/>
                <a:ea typeface="DejaVu Sans"/>
                <a:cs typeface="DejaVu Sans"/>
              </a:defRPr>
            </a:lvl7pPr>
            <a:lvl8pPr algn="ctr">
              <a:defRPr sz="1875" b="0">
                <a:solidFill>
                  <a:srgbClr val="536A74"/>
                </a:solidFill>
                <a:latin typeface="DejaVu Sans"/>
                <a:ea typeface="DejaVu Sans"/>
                <a:cs typeface="DejaVu Sans"/>
              </a:defRPr>
            </a:lvl8pPr>
            <a:lvl9pPr algn="ctr">
              <a:defRPr sz="1875" b="0">
                <a:solidFill>
                  <a:srgbClr val="536A74"/>
                </a:solidFill>
                <a:latin typeface="DejaVu Sans"/>
                <a:ea typeface="DejaVu Sans"/>
                <a:cs typeface="DejaVu Sans"/>
              </a:defRPr>
            </a:lvl9pPr>
          </a:lstStyle>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Mecanizado, corte</a:t>
            </a:r>
          </a:p>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y soldadura</a:t>
            </a:r>
          </a:p>
        </p:txBody>
      </p:sp>
      <p:sp>
        <p:nvSpPr>
          <p:cNvPr id="11" name="text-13">
            <a:extLst>
              <a:ext uri="{FF2B5EF4-FFF2-40B4-BE49-F238E27FC236}">
                <a16:creationId xmlns:a16="http://schemas.microsoft.com/office/drawing/2014/main" id="{FA31571D-DA04-4F3C-BEB6-268E5EA671AB}"/>
              </a:ext>
            </a:extLst>
          </p:cNvPr>
          <p:cNvSpPr>
            <a:spLocks noGrp="1"/>
          </p:cNvSpPr>
          <p:nvPr/>
        </p:nvSpPr>
        <p:spPr>
          <a:xfrm>
            <a:off x="3390900" y="3619500"/>
            <a:ext cx="2552700" cy="809625"/>
          </a:xfrm>
          <a:prstGeom prst="rect">
            <a:avLst/>
          </a:prstGeom>
          <a:noFill/>
          <a:ln w="0">
            <a:noFill/>
            <a:prstDash val="solid"/>
          </a:ln>
        </p:spPr>
        <p:txBody>
          <a:bodyPr wrap="square" lIns="0" tIns="0" rIns="0" bIns="0" anchor="t">
            <a:noAutofit/>
          </a:bodyPr>
          <a:lstStyle>
            <a:defPPr algn="ctr">
              <a:defRPr sz="1875" b="0">
                <a:solidFill>
                  <a:srgbClr val="536A74"/>
                </a:solidFill>
                <a:latin typeface="DejaVu Sans"/>
                <a:ea typeface="DejaVu Sans"/>
                <a:cs typeface="DejaVu Sans"/>
              </a:defRPr>
            </a:defPPr>
            <a:lvl1pPr algn="ctr">
              <a:defRPr sz="1875" b="0">
                <a:solidFill>
                  <a:srgbClr val="536A74"/>
                </a:solidFill>
                <a:latin typeface="DejaVu Sans"/>
                <a:ea typeface="DejaVu Sans"/>
                <a:cs typeface="DejaVu Sans"/>
              </a:defRPr>
            </a:lvl1pPr>
            <a:lvl2pPr algn="ctr">
              <a:defRPr sz="1875" b="0">
                <a:solidFill>
                  <a:srgbClr val="536A74"/>
                </a:solidFill>
                <a:latin typeface="DejaVu Sans"/>
                <a:ea typeface="DejaVu Sans"/>
                <a:cs typeface="DejaVu Sans"/>
              </a:defRPr>
            </a:lvl2pPr>
            <a:lvl3pPr algn="ctr">
              <a:defRPr sz="1875" b="0">
                <a:solidFill>
                  <a:srgbClr val="536A74"/>
                </a:solidFill>
                <a:latin typeface="DejaVu Sans"/>
                <a:ea typeface="DejaVu Sans"/>
                <a:cs typeface="DejaVu Sans"/>
              </a:defRPr>
            </a:lvl3pPr>
            <a:lvl4pPr algn="ctr">
              <a:defRPr sz="1875" b="0">
                <a:solidFill>
                  <a:srgbClr val="536A74"/>
                </a:solidFill>
                <a:latin typeface="DejaVu Sans"/>
                <a:ea typeface="DejaVu Sans"/>
                <a:cs typeface="DejaVu Sans"/>
              </a:defRPr>
            </a:lvl4pPr>
            <a:lvl5pPr algn="ctr">
              <a:defRPr sz="1875" b="0">
                <a:solidFill>
                  <a:srgbClr val="536A74"/>
                </a:solidFill>
                <a:latin typeface="DejaVu Sans"/>
                <a:ea typeface="DejaVu Sans"/>
                <a:cs typeface="DejaVu Sans"/>
              </a:defRPr>
            </a:lvl5pPr>
            <a:lvl6pPr algn="ctr">
              <a:defRPr sz="1875" b="0">
                <a:solidFill>
                  <a:srgbClr val="536A74"/>
                </a:solidFill>
                <a:latin typeface="DejaVu Sans"/>
                <a:ea typeface="DejaVu Sans"/>
                <a:cs typeface="DejaVu Sans"/>
              </a:defRPr>
            </a:lvl6pPr>
            <a:lvl7pPr algn="ctr">
              <a:defRPr sz="1875" b="0">
                <a:solidFill>
                  <a:srgbClr val="536A74"/>
                </a:solidFill>
                <a:latin typeface="DejaVu Sans"/>
                <a:ea typeface="DejaVu Sans"/>
                <a:cs typeface="DejaVu Sans"/>
              </a:defRPr>
            </a:lvl7pPr>
            <a:lvl8pPr algn="ctr">
              <a:defRPr sz="1875" b="0">
                <a:solidFill>
                  <a:srgbClr val="536A74"/>
                </a:solidFill>
                <a:latin typeface="DejaVu Sans"/>
                <a:ea typeface="DejaVu Sans"/>
                <a:cs typeface="DejaVu Sans"/>
              </a:defRPr>
            </a:lvl8pPr>
            <a:lvl9pPr algn="ctr">
              <a:defRPr sz="1875" b="0">
                <a:solidFill>
                  <a:srgbClr val="536A74"/>
                </a:solidFill>
                <a:latin typeface="DejaVu Sans"/>
                <a:ea typeface="DejaVu Sans"/>
                <a:cs typeface="DejaVu Sans"/>
              </a:defRPr>
            </a:lvl9pPr>
          </a:lstStyle>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Peligros propios</a:t>
            </a:r>
          </a:p>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de cada tarea</a:t>
            </a:r>
          </a:p>
        </p:txBody>
      </p:sp>
      <p:sp>
        <p:nvSpPr>
          <p:cNvPr id="12" name="text-14">
            <a:extLst>
              <a:ext uri="{FF2B5EF4-FFF2-40B4-BE49-F238E27FC236}">
                <a16:creationId xmlns:a16="http://schemas.microsoft.com/office/drawing/2014/main" id="{09EB586E-59D4-43B1-960F-CBA6F5140A71}"/>
              </a:ext>
            </a:extLst>
          </p:cNvPr>
          <p:cNvSpPr>
            <a:spLocks noGrp="1"/>
          </p:cNvSpPr>
          <p:nvPr/>
        </p:nvSpPr>
        <p:spPr>
          <a:xfrm>
            <a:off x="6248400" y="3619500"/>
            <a:ext cx="2552700" cy="809625"/>
          </a:xfrm>
          <a:prstGeom prst="rect">
            <a:avLst/>
          </a:prstGeom>
          <a:noFill/>
          <a:ln w="0">
            <a:noFill/>
            <a:prstDash val="solid"/>
          </a:ln>
        </p:spPr>
        <p:txBody>
          <a:bodyPr wrap="square" lIns="0" tIns="0" rIns="0" bIns="0" anchor="t">
            <a:noAutofit/>
          </a:bodyPr>
          <a:lstStyle>
            <a:defPPr algn="ctr">
              <a:defRPr sz="1875" b="0">
                <a:solidFill>
                  <a:srgbClr val="536A74"/>
                </a:solidFill>
                <a:latin typeface="DejaVu Sans"/>
                <a:ea typeface="DejaVu Sans"/>
                <a:cs typeface="DejaVu Sans"/>
              </a:defRPr>
            </a:defPPr>
            <a:lvl1pPr algn="ctr">
              <a:defRPr sz="1875" b="0">
                <a:solidFill>
                  <a:srgbClr val="536A74"/>
                </a:solidFill>
                <a:latin typeface="DejaVu Sans"/>
                <a:ea typeface="DejaVu Sans"/>
                <a:cs typeface="DejaVu Sans"/>
              </a:defRPr>
            </a:lvl1pPr>
            <a:lvl2pPr algn="ctr">
              <a:defRPr sz="1875" b="0">
                <a:solidFill>
                  <a:srgbClr val="536A74"/>
                </a:solidFill>
                <a:latin typeface="DejaVu Sans"/>
                <a:ea typeface="DejaVu Sans"/>
                <a:cs typeface="DejaVu Sans"/>
              </a:defRPr>
            </a:lvl2pPr>
            <a:lvl3pPr algn="ctr">
              <a:defRPr sz="1875" b="0">
                <a:solidFill>
                  <a:srgbClr val="536A74"/>
                </a:solidFill>
                <a:latin typeface="DejaVu Sans"/>
                <a:ea typeface="DejaVu Sans"/>
                <a:cs typeface="DejaVu Sans"/>
              </a:defRPr>
            </a:lvl3pPr>
            <a:lvl4pPr algn="ctr">
              <a:defRPr sz="1875" b="0">
                <a:solidFill>
                  <a:srgbClr val="536A74"/>
                </a:solidFill>
                <a:latin typeface="DejaVu Sans"/>
                <a:ea typeface="DejaVu Sans"/>
                <a:cs typeface="DejaVu Sans"/>
              </a:defRPr>
            </a:lvl4pPr>
            <a:lvl5pPr algn="ctr">
              <a:defRPr sz="1875" b="0">
                <a:solidFill>
                  <a:srgbClr val="536A74"/>
                </a:solidFill>
                <a:latin typeface="DejaVu Sans"/>
                <a:ea typeface="DejaVu Sans"/>
                <a:cs typeface="DejaVu Sans"/>
              </a:defRPr>
            </a:lvl5pPr>
            <a:lvl6pPr algn="ctr">
              <a:defRPr sz="1875" b="0">
                <a:solidFill>
                  <a:srgbClr val="536A74"/>
                </a:solidFill>
                <a:latin typeface="DejaVu Sans"/>
                <a:ea typeface="DejaVu Sans"/>
                <a:cs typeface="DejaVu Sans"/>
              </a:defRPr>
            </a:lvl6pPr>
            <a:lvl7pPr algn="ctr">
              <a:defRPr sz="1875" b="0">
                <a:solidFill>
                  <a:srgbClr val="536A74"/>
                </a:solidFill>
                <a:latin typeface="DejaVu Sans"/>
                <a:ea typeface="DejaVu Sans"/>
                <a:cs typeface="DejaVu Sans"/>
              </a:defRPr>
            </a:lvl7pPr>
            <a:lvl8pPr algn="ctr">
              <a:defRPr sz="1875" b="0">
                <a:solidFill>
                  <a:srgbClr val="536A74"/>
                </a:solidFill>
                <a:latin typeface="DejaVu Sans"/>
                <a:ea typeface="DejaVu Sans"/>
                <a:cs typeface="DejaVu Sans"/>
              </a:defRPr>
            </a:lvl8pPr>
            <a:lvl9pPr algn="ctr">
              <a:defRPr sz="1875" b="0">
                <a:solidFill>
                  <a:srgbClr val="536A74"/>
                </a:solidFill>
                <a:latin typeface="DejaVu Sans"/>
                <a:ea typeface="DejaVu Sans"/>
                <a:cs typeface="DejaVu Sans"/>
              </a:defRPr>
            </a:lvl9pPr>
          </a:lstStyle>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Protección adecuada</a:t>
            </a:r>
          </a:p>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al trabajo</a:t>
            </a:r>
          </a:p>
        </p:txBody>
      </p:sp>
      <p:sp>
        <p:nvSpPr>
          <p:cNvPr id="13" name="text-15">
            <a:extLst>
              <a:ext uri="{FF2B5EF4-FFF2-40B4-BE49-F238E27FC236}">
                <a16:creationId xmlns:a16="http://schemas.microsoft.com/office/drawing/2014/main" id="{7FA02F91-F793-40C1-8C7F-0CFCE1CD0E09}"/>
              </a:ext>
            </a:extLst>
          </p:cNvPr>
          <p:cNvSpPr>
            <a:spLocks noGrp="1"/>
          </p:cNvSpPr>
          <p:nvPr/>
        </p:nvSpPr>
        <p:spPr>
          <a:xfrm>
            <a:off x="9105900" y="3619500"/>
            <a:ext cx="2552700" cy="809625"/>
          </a:xfrm>
          <a:prstGeom prst="rect">
            <a:avLst/>
          </a:prstGeom>
          <a:noFill/>
          <a:ln w="0">
            <a:noFill/>
            <a:prstDash val="solid"/>
          </a:ln>
        </p:spPr>
        <p:txBody>
          <a:bodyPr wrap="square" lIns="0" tIns="0" rIns="0" bIns="0" anchor="t">
            <a:noAutofit/>
          </a:bodyPr>
          <a:lstStyle>
            <a:defPPr algn="ctr">
              <a:defRPr sz="1875" b="0">
                <a:solidFill>
                  <a:srgbClr val="536A74"/>
                </a:solidFill>
                <a:latin typeface="DejaVu Sans"/>
                <a:ea typeface="DejaVu Sans"/>
                <a:cs typeface="DejaVu Sans"/>
              </a:defRPr>
            </a:defPPr>
            <a:lvl1pPr algn="ctr">
              <a:defRPr sz="1875" b="0">
                <a:solidFill>
                  <a:srgbClr val="536A74"/>
                </a:solidFill>
                <a:latin typeface="DejaVu Sans"/>
                <a:ea typeface="DejaVu Sans"/>
                <a:cs typeface="DejaVu Sans"/>
              </a:defRPr>
            </a:lvl1pPr>
            <a:lvl2pPr algn="ctr">
              <a:defRPr sz="1875" b="0">
                <a:solidFill>
                  <a:srgbClr val="536A74"/>
                </a:solidFill>
                <a:latin typeface="DejaVu Sans"/>
                <a:ea typeface="DejaVu Sans"/>
                <a:cs typeface="DejaVu Sans"/>
              </a:defRPr>
            </a:lvl2pPr>
            <a:lvl3pPr algn="ctr">
              <a:defRPr sz="1875" b="0">
                <a:solidFill>
                  <a:srgbClr val="536A74"/>
                </a:solidFill>
                <a:latin typeface="DejaVu Sans"/>
                <a:ea typeface="DejaVu Sans"/>
                <a:cs typeface="DejaVu Sans"/>
              </a:defRPr>
            </a:lvl3pPr>
            <a:lvl4pPr algn="ctr">
              <a:defRPr sz="1875" b="0">
                <a:solidFill>
                  <a:srgbClr val="536A74"/>
                </a:solidFill>
                <a:latin typeface="DejaVu Sans"/>
                <a:ea typeface="DejaVu Sans"/>
                <a:cs typeface="DejaVu Sans"/>
              </a:defRPr>
            </a:lvl4pPr>
            <a:lvl5pPr algn="ctr">
              <a:defRPr sz="1875" b="0">
                <a:solidFill>
                  <a:srgbClr val="536A74"/>
                </a:solidFill>
                <a:latin typeface="DejaVu Sans"/>
                <a:ea typeface="DejaVu Sans"/>
                <a:cs typeface="DejaVu Sans"/>
              </a:defRPr>
            </a:lvl5pPr>
            <a:lvl6pPr algn="ctr">
              <a:defRPr sz="1875" b="0">
                <a:solidFill>
                  <a:srgbClr val="536A74"/>
                </a:solidFill>
                <a:latin typeface="DejaVu Sans"/>
                <a:ea typeface="DejaVu Sans"/>
                <a:cs typeface="DejaVu Sans"/>
              </a:defRPr>
            </a:lvl6pPr>
            <a:lvl7pPr algn="ctr">
              <a:defRPr sz="1875" b="0">
                <a:solidFill>
                  <a:srgbClr val="536A74"/>
                </a:solidFill>
                <a:latin typeface="DejaVu Sans"/>
                <a:ea typeface="DejaVu Sans"/>
                <a:cs typeface="DejaVu Sans"/>
              </a:defRPr>
            </a:lvl7pPr>
            <a:lvl8pPr algn="ctr">
              <a:defRPr sz="1875" b="0">
                <a:solidFill>
                  <a:srgbClr val="536A74"/>
                </a:solidFill>
                <a:latin typeface="DejaVu Sans"/>
                <a:ea typeface="DejaVu Sans"/>
                <a:cs typeface="DejaVu Sans"/>
              </a:defRPr>
            </a:lvl8pPr>
            <a:lvl9pPr algn="ctr">
              <a:defRPr sz="1875" b="0">
                <a:solidFill>
                  <a:srgbClr val="536A74"/>
                </a:solidFill>
                <a:latin typeface="DejaVu Sans"/>
                <a:ea typeface="DejaVu Sans"/>
                <a:cs typeface="DejaVu Sans"/>
              </a:defRPr>
            </a:lvl9pPr>
          </a:lstStyle>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Revisión antes</a:t>
            </a:r>
          </a:p>
          <a:p>
            <a:pPr algn="ctr">
              <a:defRPr sz="1875" b="0">
                <a:solidFill>
                  <a:srgbClr val="536A74"/>
                </a:solidFill>
                <a:latin typeface="DejaVu Sans"/>
                <a:ea typeface="DejaVu Sans"/>
                <a:cs typeface="DejaVu Sans"/>
              </a:defRPr>
            </a:pPr>
            <a:r>
              <a:rPr sz="1875" b="0">
                <a:solidFill>
                  <a:srgbClr val="536A74"/>
                </a:solidFill>
                <a:latin typeface="DejaVu Sans"/>
                <a:ea typeface="DejaVu Sans"/>
                <a:cs typeface="DejaVu Sans"/>
              </a:rPr>
              <a:t>de iniciar</a:t>
            </a:r>
          </a:p>
        </p:txBody>
      </p:sp>
      <p:sp>
        <p:nvSpPr>
          <p:cNvPr id="14" name="text-16">
            <a:extLst>
              <a:ext uri="{FF2B5EF4-FFF2-40B4-BE49-F238E27FC236}">
                <a16:creationId xmlns:a16="http://schemas.microsoft.com/office/drawing/2014/main" id="{321DA76F-7338-4CB0-90DB-5352EC13541B}"/>
              </a:ext>
            </a:extLst>
          </p:cNvPr>
          <p:cNvSpPr>
            <a:spLocks noGrp="1"/>
          </p:cNvSpPr>
          <p:nvPr/>
        </p:nvSpPr>
        <p:spPr>
          <a:xfrm>
            <a:off x="533400" y="4829175"/>
            <a:ext cx="11096625" cy="409575"/>
          </a:xfrm>
          <a:prstGeom prst="rect">
            <a:avLst/>
          </a:prstGeom>
          <a:noFill/>
          <a:ln w="0">
            <a:noFill/>
            <a:prstDash val="solid"/>
          </a:ln>
        </p:spPr>
        <p:txBody>
          <a:bodyPr wrap="square" lIns="0" tIns="0" rIns="0" bIns="0" anchor="t">
            <a:noAutofit/>
          </a:bodyPr>
          <a:lstStyle>
            <a:defPPr algn="l">
              <a:defRPr sz="2100" b="0">
                <a:solidFill>
                  <a:srgbClr val="12313F"/>
                </a:solidFill>
                <a:latin typeface="DejaVu Sans"/>
                <a:ea typeface="DejaVu Sans"/>
                <a:cs typeface="DejaVu Sans"/>
              </a:defRPr>
            </a:defPPr>
            <a:lvl1pPr algn="l">
              <a:defRPr sz="2100" b="0">
                <a:solidFill>
                  <a:srgbClr val="12313F"/>
                </a:solidFill>
                <a:latin typeface="DejaVu Sans"/>
                <a:ea typeface="DejaVu Sans"/>
                <a:cs typeface="DejaVu Sans"/>
              </a:defRPr>
            </a:lvl1pPr>
            <a:lvl2pPr algn="l">
              <a:defRPr sz="2100" b="0">
                <a:solidFill>
                  <a:srgbClr val="12313F"/>
                </a:solidFill>
                <a:latin typeface="DejaVu Sans"/>
                <a:ea typeface="DejaVu Sans"/>
                <a:cs typeface="DejaVu Sans"/>
              </a:defRPr>
            </a:lvl2pPr>
            <a:lvl3pPr algn="l">
              <a:defRPr sz="2100" b="0">
                <a:solidFill>
                  <a:srgbClr val="12313F"/>
                </a:solidFill>
                <a:latin typeface="DejaVu Sans"/>
                <a:ea typeface="DejaVu Sans"/>
                <a:cs typeface="DejaVu Sans"/>
              </a:defRPr>
            </a:lvl3pPr>
            <a:lvl4pPr algn="l">
              <a:defRPr sz="2100" b="0">
                <a:solidFill>
                  <a:srgbClr val="12313F"/>
                </a:solidFill>
                <a:latin typeface="DejaVu Sans"/>
                <a:ea typeface="DejaVu Sans"/>
                <a:cs typeface="DejaVu Sans"/>
              </a:defRPr>
            </a:lvl4pPr>
            <a:lvl5pPr algn="l">
              <a:defRPr sz="2100" b="0">
                <a:solidFill>
                  <a:srgbClr val="12313F"/>
                </a:solidFill>
                <a:latin typeface="DejaVu Sans"/>
                <a:ea typeface="DejaVu Sans"/>
                <a:cs typeface="DejaVu Sans"/>
              </a:defRPr>
            </a:lvl5pPr>
            <a:lvl6pPr algn="l">
              <a:defRPr sz="2100" b="0">
                <a:solidFill>
                  <a:srgbClr val="12313F"/>
                </a:solidFill>
                <a:latin typeface="DejaVu Sans"/>
                <a:ea typeface="DejaVu Sans"/>
                <a:cs typeface="DejaVu Sans"/>
              </a:defRPr>
            </a:lvl6pPr>
            <a:lvl7pPr algn="l">
              <a:defRPr sz="2100" b="0">
                <a:solidFill>
                  <a:srgbClr val="12313F"/>
                </a:solidFill>
                <a:latin typeface="DejaVu Sans"/>
                <a:ea typeface="DejaVu Sans"/>
                <a:cs typeface="DejaVu Sans"/>
              </a:defRPr>
            </a:lvl7pPr>
            <a:lvl8pPr algn="l">
              <a:defRPr sz="2100" b="0">
                <a:solidFill>
                  <a:srgbClr val="12313F"/>
                </a:solidFill>
                <a:latin typeface="DejaVu Sans"/>
                <a:ea typeface="DejaVu Sans"/>
                <a:cs typeface="DejaVu Sans"/>
              </a:defRPr>
            </a:lvl8pPr>
            <a:lvl9pPr algn="l">
              <a:defRPr sz="2100" b="0">
                <a:solidFill>
                  <a:srgbClr val="12313F"/>
                </a:solidFill>
                <a:latin typeface="DejaVu Sans"/>
                <a:ea typeface="DejaVu Sans"/>
                <a:cs typeface="DejaVu Sans"/>
              </a:defRPr>
            </a:lvl9pPr>
          </a:lstStyle>
          <a:p>
            <a:pPr algn="l">
              <a:defRPr sz="2100" b="0">
                <a:solidFill>
                  <a:srgbClr val="12313F"/>
                </a:solidFill>
                <a:latin typeface="DejaVu Sans"/>
                <a:ea typeface="DejaVu Sans"/>
                <a:cs typeface="DejaVu Sans"/>
              </a:defRPr>
            </a:pPr>
            <a:r>
              <a:rPr sz="2100" b="0">
                <a:solidFill>
                  <a:srgbClr val="12313F"/>
                </a:solidFill>
                <a:latin typeface="DejaVu Sans"/>
                <a:ea typeface="DejaVu Sans"/>
                <a:cs typeface="DejaVu Sans"/>
              </a:rPr>
              <a:t>La revisión habitual depende de la observación humana.</a:t>
            </a:r>
          </a:p>
        </p:txBody>
      </p:sp>
      <p:sp>
        <p:nvSpPr>
          <p:cNvPr id="15" name="text-17">
            <a:extLst>
              <a:ext uri="{FF2B5EF4-FFF2-40B4-BE49-F238E27FC236}">
                <a16:creationId xmlns:a16="http://schemas.microsoft.com/office/drawing/2014/main" id="{354F2F17-13CF-4012-A5B1-830905689252}"/>
              </a:ext>
            </a:extLst>
          </p:cNvPr>
          <p:cNvSpPr>
            <a:spLocks noGrp="1"/>
          </p:cNvSpPr>
          <p:nvPr/>
        </p:nvSpPr>
        <p:spPr>
          <a:xfrm>
            <a:off x="533400" y="5305425"/>
            <a:ext cx="11096625" cy="409575"/>
          </a:xfrm>
          <a:prstGeom prst="rect">
            <a:avLst/>
          </a:prstGeom>
          <a:noFill/>
          <a:ln w="0">
            <a:noFill/>
            <a:prstDash val="solid"/>
          </a:ln>
        </p:spPr>
        <p:txBody>
          <a:bodyPr wrap="square" lIns="0" tIns="0" rIns="0" bIns="0" anchor="t">
            <a:noAutofit/>
          </a:bodyPr>
          <a:lstStyle>
            <a:defPPr algn="l">
              <a:defRPr sz="2100" b="1">
                <a:solidFill>
                  <a:srgbClr val="007D70"/>
                </a:solidFill>
                <a:latin typeface="DejaVu Sans"/>
                <a:ea typeface="DejaVu Sans"/>
                <a:cs typeface="DejaVu Sans"/>
              </a:defRPr>
            </a:defPPr>
            <a:lvl1pPr algn="l">
              <a:defRPr sz="2100" b="1">
                <a:solidFill>
                  <a:srgbClr val="007D70"/>
                </a:solidFill>
                <a:latin typeface="DejaVu Sans"/>
                <a:ea typeface="DejaVu Sans"/>
                <a:cs typeface="DejaVu Sans"/>
              </a:defRPr>
            </a:lvl1pPr>
            <a:lvl2pPr algn="l">
              <a:defRPr sz="2100" b="1">
                <a:solidFill>
                  <a:srgbClr val="007D70"/>
                </a:solidFill>
                <a:latin typeface="DejaVu Sans"/>
                <a:ea typeface="DejaVu Sans"/>
                <a:cs typeface="DejaVu Sans"/>
              </a:defRPr>
            </a:lvl2pPr>
            <a:lvl3pPr algn="l">
              <a:defRPr sz="2100" b="1">
                <a:solidFill>
                  <a:srgbClr val="007D70"/>
                </a:solidFill>
                <a:latin typeface="DejaVu Sans"/>
                <a:ea typeface="DejaVu Sans"/>
                <a:cs typeface="DejaVu Sans"/>
              </a:defRPr>
            </a:lvl3pPr>
            <a:lvl4pPr algn="l">
              <a:defRPr sz="2100" b="1">
                <a:solidFill>
                  <a:srgbClr val="007D70"/>
                </a:solidFill>
                <a:latin typeface="DejaVu Sans"/>
                <a:ea typeface="DejaVu Sans"/>
                <a:cs typeface="DejaVu Sans"/>
              </a:defRPr>
            </a:lvl4pPr>
            <a:lvl5pPr algn="l">
              <a:defRPr sz="2100" b="1">
                <a:solidFill>
                  <a:srgbClr val="007D70"/>
                </a:solidFill>
                <a:latin typeface="DejaVu Sans"/>
                <a:ea typeface="DejaVu Sans"/>
                <a:cs typeface="DejaVu Sans"/>
              </a:defRPr>
            </a:lvl5pPr>
            <a:lvl6pPr algn="l">
              <a:defRPr sz="2100" b="1">
                <a:solidFill>
                  <a:srgbClr val="007D70"/>
                </a:solidFill>
                <a:latin typeface="DejaVu Sans"/>
                <a:ea typeface="DejaVu Sans"/>
                <a:cs typeface="DejaVu Sans"/>
              </a:defRPr>
            </a:lvl6pPr>
            <a:lvl7pPr algn="l">
              <a:defRPr sz="2100" b="1">
                <a:solidFill>
                  <a:srgbClr val="007D70"/>
                </a:solidFill>
                <a:latin typeface="DejaVu Sans"/>
                <a:ea typeface="DejaVu Sans"/>
                <a:cs typeface="DejaVu Sans"/>
              </a:defRPr>
            </a:lvl7pPr>
            <a:lvl8pPr algn="l">
              <a:defRPr sz="2100" b="1">
                <a:solidFill>
                  <a:srgbClr val="007D70"/>
                </a:solidFill>
                <a:latin typeface="DejaVu Sans"/>
                <a:ea typeface="DejaVu Sans"/>
                <a:cs typeface="DejaVu Sans"/>
              </a:defRPr>
            </a:lvl8pPr>
            <a:lvl9pPr algn="l">
              <a:defRPr sz="2100" b="1">
                <a:solidFill>
                  <a:srgbClr val="007D70"/>
                </a:solidFill>
                <a:latin typeface="DejaVu Sans"/>
                <a:ea typeface="DejaVu Sans"/>
                <a:cs typeface="DejaVu Sans"/>
              </a:defRPr>
            </a:lvl9pPr>
          </a:lstStyle>
          <a:p>
            <a:pPr algn="l">
              <a:defRPr sz="2100" b="1">
                <a:solidFill>
                  <a:srgbClr val="007D70"/>
                </a:solidFill>
                <a:latin typeface="DejaVu Sans"/>
                <a:ea typeface="DejaVu Sans"/>
                <a:cs typeface="DejaVu Sans"/>
              </a:defRPr>
            </a:pPr>
            <a:r>
              <a:rPr sz="2100" b="1">
                <a:solidFill>
                  <a:srgbClr val="007D70"/>
                </a:solidFill>
                <a:latin typeface="DejaVu Sans"/>
                <a:ea typeface="DejaVu Sans"/>
                <a:cs typeface="DejaVu Sans"/>
              </a:rPr>
              <a:t>SafeVision AI apoya esa verificación previa.</a:t>
            </a:r>
          </a:p>
        </p:txBody>
      </p:sp>
      <p:sp>
        <p:nvSpPr>
          <p:cNvPr id="16" name="text-18">
            <a:extLst>
              <a:ext uri="{FF2B5EF4-FFF2-40B4-BE49-F238E27FC236}">
                <a16:creationId xmlns:a16="http://schemas.microsoft.com/office/drawing/2014/main" id="{1A15FEB5-8ADF-47C4-AA21-AA638BF3C130}"/>
              </a:ext>
            </a:extLst>
          </p:cNvPr>
          <p:cNvSpPr>
            <a:spLocks noGrp="1"/>
          </p:cNvSpPr>
          <p:nvPr/>
        </p:nvSpPr>
        <p:spPr>
          <a:xfrm>
            <a:off x="533400" y="6115050"/>
            <a:ext cx="11096625" cy="361950"/>
          </a:xfrm>
          <a:prstGeom prst="rect">
            <a:avLst/>
          </a:prstGeom>
          <a:noFill/>
          <a:ln w="0">
            <a:noFill/>
            <a:prstDash val="solid"/>
          </a:ln>
        </p:spPr>
        <p:txBody>
          <a:bodyPr wrap="square" lIns="0" tIns="0" rIns="0" bIns="0" anchor="t">
            <a:noAutofit/>
          </a:bodyPr>
          <a:lstStyle>
            <a:defPPr algn="l">
              <a:defRPr sz="1650" b="0">
                <a:solidFill>
                  <a:srgbClr val="536A74"/>
                </a:solidFill>
                <a:latin typeface="DejaVu Sans"/>
                <a:ea typeface="DejaVu Sans"/>
                <a:cs typeface="DejaVu Sans"/>
              </a:defRPr>
            </a:defPPr>
            <a:lvl1pPr algn="l">
              <a:defRPr sz="1650" b="0">
                <a:solidFill>
                  <a:srgbClr val="536A74"/>
                </a:solidFill>
                <a:latin typeface="DejaVu Sans"/>
                <a:ea typeface="DejaVu Sans"/>
                <a:cs typeface="DejaVu Sans"/>
              </a:defRPr>
            </a:lvl1pPr>
            <a:lvl2pPr algn="l">
              <a:defRPr sz="1650" b="0">
                <a:solidFill>
                  <a:srgbClr val="536A74"/>
                </a:solidFill>
                <a:latin typeface="DejaVu Sans"/>
                <a:ea typeface="DejaVu Sans"/>
                <a:cs typeface="DejaVu Sans"/>
              </a:defRPr>
            </a:lvl2pPr>
            <a:lvl3pPr algn="l">
              <a:defRPr sz="1650" b="0">
                <a:solidFill>
                  <a:srgbClr val="536A74"/>
                </a:solidFill>
                <a:latin typeface="DejaVu Sans"/>
                <a:ea typeface="DejaVu Sans"/>
                <a:cs typeface="DejaVu Sans"/>
              </a:defRPr>
            </a:lvl3pPr>
            <a:lvl4pPr algn="l">
              <a:defRPr sz="1650" b="0">
                <a:solidFill>
                  <a:srgbClr val="536A74"/>
                </a:solidFill>
                <a:latin typeface="DejaVu Sans"/>
                <a:ea typeface="DejaVu Sans"/>
                <a:cs typeface="DejaVu Sans"/>
              </a:defRPr>
            </a:lvl4pPr>
            <a:lvl5pPr algn="l">
              <a:defRPr sz="1650" b="0">
                <a:solidFill>
                  <a:srgbClr val="536A74"/>
                </a:solidFill>
                <a:latin typeface="DejaVu Sans"/>
                <a:ea typeface="DejaVu Sans"/>
                <a:cs typeface="DejaVu Sans"/>
              </a:defRPr>
            </a:lvl5pPr>
            <a:lvl6pPr algn="l">
              <a:defRPr sz="1650" b="0">
                <a:solidFill>
                  <a:srgbClr val="536A74"/>
                </a:solidFill>
                <a:latin typeface="DejaVu Sans"/>
                <a:ea typeface="DejaVu Sans"/>
                <a:cs typeface="DejaVu Sans"/>
              </a:defRPr>
            </a:lvl6pPr>
            <a:lvl7pPr algn="l">
              <a:defRPr sz="1650" b="0">
                <a:solidFill>
                  <a:srgbClr val="536A74"/>
                </a:solidFill>
                <a:latin typeface="DejaVu Sans"/>
                <a:ea typeface="DejaVu Sans"/>
                <a:cs typeface="DejaVu Sans"/>
              </a:defRPr>
            </a:lvl7pPr>
            <a:lvl8pPr algn="l">
              <a:defRPr sz="1650" b="0">
                <a:solidFill>
                  <a:srgbClr val="536A74"/>
                </a:solidFill>
                <a:latin typeface="DejaVu Sans"/>
                <a:ea typeface="DejaVu Sans"/>
                <a:cs typeface="DejaVu Sans"/>
              </a:defRPr>
            </a:lvl8pPr>
            <a:lvl9pPr algn="l">
              <a:defRPr sz="1650" b="0">
                <a:solidFill>
                  <a:srgbClr val="536A74"/>
                </a:solidFill>
                <a:latin typeface="DejaVu Sans"/>
                <a:ea typeface="DejaVu Sans"/>
                <a:cs typeface="DejaVu Sans"/>
              </a:defRPr>
            </a:lvl9pPr>
          </a:lstStyle>
          <a:p>
            <a:pPr algn="l">
              <a:defRPr sz="1650" b="0">
                <a:solidFill>
                  <a:srgbClr val="536A74"/>
                </a:solidFill>
                <a:latin typeface="DejaVu Sans"/>
                <a:ea typeface="DejaVu Sans"/>
                <a:cs typeface="DejaVu Sans"/>
              </a:defRPr>
            </a:pPr>
            <a:r>
              <a:rPr sz="1650" b="0">
                <a:solidFill>
                  <a:srgbClr val="536A74"/>
                </a:solidFill>
                <a:latin typeface="DejaVu Sans"/>
                <a:ea typeface="DejaVu Sans"/>
                <a:cs typeface="DejaVu Sans"/>
              </a:rPr>
              <a:t>No sustituye la supervisión, la capacitación ni los procedimientos de seguridad.</a:t>
            </a:r>
          </a:p>
        </p:txBody>
      </p:sp>
    </p:spTree>
    <p:extLst>
      <p:ext uri="{BB962C8B-B14F-4D97-AF65-F5344CB8AC3E}">
        <p14:creationId xmlns:p14="http://schemas.microsoft.com/office/powerpoint/2010/main" val="2056438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E2B"/>
        </a:solidFill>
        <a:effectLst/>
      </p:bgPr>
    </p:bg>
    <p:spTree>
      <p:nvGrpSpPr>
        <p:cNvPr id="1" name=""/>
        <p:cNvGrpSpPr/>
        <p:nvPr/>
      </p:nvGrpSpPr>
      <p:grpSpPr>
        <a:xfrm>
          <a:off x="0" y="0"/>
          <a:ext cx="0" cy="0"/>
          <a:chOff x="0" y="0"/>
          <a:chExt cx="0" cy="0"/>
        </a:xfrm>
      </p:grpSpPr>
      <p:cxnSp>
        <p:nvCxnSpPr>
          <p:cNvPr id="11" name="Conector recto de flecha 10">
            <a:extLst>
              <a:ext uri="{FF2B5EF4-FFF2-40B4-BE49-F238E27FC236}">
                <a16:creationId xmlns:a16="http://schemas.microsoft.com/office/drawing/2014/main" id="{B71E3DB2-8ACB-418B-8A9E-9D78C2A3CDFD}"/>
              </a:ext>
            </a:extLst>
          </p:cNvPr>
          <p:cNvCxnSpPr>
            <a:stCxn id="6" idx="3"/>
            <a:endCxn id="7" idx="1"/>
          </p:cNvCxnSpPr>
          <p:nvPr/>
        </p:nvCxnSpPr>
        <p:spPr>
          <a:xfrm>
            <a:off x="9382125" y="5010150"/>
            <a:ext cx="257175" cy="0"/>
          </a:xfrm>
          <a:prstGeom prst="straightConnector1">
            <a:avLst/>
          </a:prstGeom>
          <a:ln w="19050">
            <a:solidFill>
              <a:srgbClr val="32E2BF"/>
            </a:solidFill>
            <a:prstDash val="solid"/>
            <a:tailEnd type="triangle" w="med" len="med"/>
          </a:ln>
        </p:spPr>
      </p:cxnSp>
      <p:cxnSp>
        <p:nvCxnSpPr>
          <p:cNvPr id="10" name="Conector recto de flecha 9">
            <a:extLst>
              <a:ext uri="{FF2B5EF4-FFF2-40B4-BE49-F238E27FC236}">
                <a16:creationId xmlns:a16="http://schemas.microsoft.com/office/drawing/2014/main" id="{31F85F8D-8016-4849-8834-43C9D37421E5}"/>
              </a:ext>
            </a:extLst>
          </p:cNvPr>
          <p:cNvCxnSpPr>
            <a:stCxn id="5" idx="3"/>
            <a:endCxn id="6" idx="1"/>
          </p:cNvCxnSpPr>
          <p:nvPr/>
        </p:nvCxnSpPr>
        <p:spPr>
          <a:xfrm>
            <a:off x="7105650" y="5010150"/>
            <a:ext cx="257175" cy="0"/>
          </a:xfrm>
          <a:prstGeom prst="straightConnector1">
            <a:avLst/>
          </a:prstGeom>
          <a:ln w="19050">
            <a:solidFill>
              <a:srgbClr val="32E2BF"/>
            </a:solidFill>
            <a:prstDash val="solid"/>
            <a:tailEnd type="triangle" w="med" len="med"/>
          </a:ln>
        </p:spPr>
      </p:cxnSp>
      <p:cxnSp>
        <p:nvCxnSpPr>
          <p:cNvPr id="9" name="Conector recto de flecha 8">
            <a:extLst>
              <a:ext uri="{FF2B5EF4-FFF2-40B4-BE49-F238E27FC236}">
                <a16:creationId xmlns:a16="http://schemas.microsoft.com/office/drawing/2014/main" id="{EF1D21C3-785C-4F7F-BF76-80F39A925A60}"/>
              </a:ext>
            </a:extLst>
          </p:cNvPr>
          <p:cNvCxnSpPr>
            <a:stCxn id="4" idx="3"/>
            <a:endCxn id="5" idx="1"/>
          </p:cNvCxnSpPr>
          <p:nvPr/>
        </p:nvCxnSpPr>
        <p:spPr>
          <a:xfrm>
            <a:off x="4829175" y="5010150"/>
            <a:ext cx="257175" cy="0"/>
          </a:xfrm>
          <a:prstGeom prst="straightConnector1">
            <a:avLst/>
          </a:prstGeom>
          <a:ln w="19050">
            <a:solidFill>
              <a:srgbClr val="32E2BF"/>
            </a:solidFill>
            <a:prstDash val="solid"/>
            <a:tailEnd type="triangle" w="med" len="med"/>
          </a:ln>
        </p:spPr>
      </p:cxnSp>
      <p:cxnSp>
        <p:nvCxnSpPr>
          <p:cNvPr id="8" name="Conector recto de flecha 7">
            <a:extLst>
              <a:ext uri="{FF2B5EF4-FFF2-40B4-BE49-F238E27FC236}">
                <a16:creationId xmlns:a16="http://schemas.microsoft.com/office/drawing/2014/main" id="{9E384C3C-36B9-4DFC-BDA1-772F5CDB6ABF}"/>
              </a:ext>
            </a:extLst>
          </p:cNvPr>
          <p:cNvCxnSpPr>
            <a:stCxn id="3" idx="3"/>
            <a:endCxn id="4" idx="1"/>
          </p:cNvCxnSpPr>
          <p:nvPr/>
        </p:nvCxnSpPr>
        <p:spPr>
          <a:xfrm>
            <a:off x="2552700" y="5010150"/>
            <a:ext cx="257175" cy="0"/>
          </a:xfrm>
          <a:prstGeom prst="straightConnector1">
            <a:avLst/>
          </a:prstGeom>
          <a:ln w="19050">
            <a:solidFill>
              <a:srgbClr val="32E2BF"/>
            </a:solidFill>
            <a:prstDash val="solid"/>
            <a:tailEnd type="triangle" w="med" len="med"/>
          </a:ln>
        </p:spPr>
      </p:cxnSp>
      <p:sp>
        <p:nvSpPr>
          <p:cNvPr id="13" name="text-19">
            <a:extLst>
              <a:ext uri="{FF2B5EF4-FFF2-40B4-BE49-F238E27FC236}">
                <a16:creationId xmlns:a16="http://schemas.microsoft.com/office/drawing/2014/main" id="{B8A40892-32DD-4CA8-B610-3E054AC77426}"/>
              </a:ext>
            </a:extLst>
          </p:cNvPr>
          <p:cNvSpPr>
            <a:spLocks noGrp="1"/>
          </p:cNvSpPr>
          <p:nvPr/>
        </p:nvSpPr>
        <p:spPr>
          <a:xfrm>
            <a:off x="533400" y="409575"/>
            <a:ext cx="11125200" cy="619125"/>
          </a:xfrm>
          <a:prstGeom prst="rect">
            <a:avLst/>
          </a:prstGeom>
          <a:noFill/>
          <a:ln w="0">
            <a:noFill/>
            <a:prstDash val="solid"/>
          </a:ln>
        </p:spPr>
        <p:txBody>
          <a:bodyPr wrap="square" lIns="0" tIns="0" rIns="0" bIns="0" anchor="t">
            <a:noAutofit/>
          </a:bodyPr>
          <a:lstStyle>
            <a:defPPr algn="l">
              <a:defRPr sz="3300" b="1">
                <a:solidFill>
                  <a:srgbClr val="F5F9FA"/>
                </a:solidFill>
                <a:latin typeface="DejaVu Sans"/>
                <a:ea typeface="DejaVu Sans"/>
                <a:cs typeface="DejaVu Sans"/>
              </a:defRPr>
            </a:defPPr>
            <a:lvl1pPr algn="l">
              <a:defRPr sz="3300" b="1">
                <a:solidFill>
                  <a:srgbClr val="F5F9FA"/>
                </a:solidFill>
                <a:latin typeface="DejaVu Sans"/>
                <a:ea typeface="DejaVu Sans"/>
                <a:cs typeface="DejaVu Sans"/>
              </a:defRPr>
            </a:lvl1pPr>
            <a:lvl2pPr algn="l">
              <a:defRPr sz="3300" b="1">
                <a:solidFill>
                  <a:srgbClr val="F5F9FA"/>
                </a:solidFill>
                <a:latin typeface="DejaVu Sans"/>
                <a:ea typeface="DejaVu Sans"/>
                <a:cs typeface="DejaVu Sans"/>
              </a:defRPr>
            </a:lvl2pPr>
            <a:lvl3pPr algn="l">
              <a:defRPr sz="3300" b="1">
                <a:solidFill>
                  <a:srgbClr val="F5F9FA"/>
                </a:solidFill>
                <a:latin typeface="DejaVu Sans"/>
                <a:ea typeface="DejaVu Sans"/>
                <a:cs typeface="DejaVu Sans"/>
              </a:defRPr>
            </a:lvl3pPr>
            <a:lvl4pPr algn="l">
              <a:defRPr sz="3300" b="1">
                <a:solidFill>
                  <a:srgbClr val="F5F9FA"/>
                </a:solidFill>
                <a:latin typeface="DejaVu Sans"/>
                <a:ea typeface="DejaVu Sans"/>
                <a:cs typeface="DejaVu Sans"/>
              </a:defRPr>
            </a:lvl4pPr>
            <a:lvl5pPr algn="l">
              <a:defRPr sz="3300" b="1">
                <a:solidFill>
                  <a:srgbClr val="F5F9FA"/>
                </a:solidFill>
                <a:latin typeface="DejaVu Sans"/>
                <a:ea typeface="DejaVu Sans"/>
                <a:cs typeface="DejaVu Sans"/>
              </a:defRPr>
            </a:lvl5pPr>
            <a:lvl6pPr algn="l">
              <a:defRPr sz="3300" b="1">
                <a:solidFill>
                  <a:srgbClr val="F5F9FA"/>
                </a:solidFill>
                <a:latin typeface="DejaVu Sans"/>
                <a:ea typeface="DejaVu Sans"/>
                <a:cs typeface="DejaVu Sans"/>
              </a:defRPr>
            </a:lvl6pPr>
            <a:lvl7pPr algn="l">
              <a:defRPr sz="3300" b="1">
                <a:solidFill>
                  <a:srgbClr val="F5F9FA"/>
                </a:solidFill>
                <a:latin typeface="DejaVu Sans"/>
                <a:ea typeface="DejaVu Sans"/>
                <a:cs typeface="DejaVu Sans"/>
              </a:defRPr>
            </a:lvl7pPr>
            <a:lvl8pPr algn="l">
              <a:defRPr sz="3300" b="1">
                <a:solidFill>
                  <a:srgbClr val="F5F9FA"/>
                </a:solidFill>
                <a:latin typeface="DejaVu Sans"/>
                <a:ea typeface="DejaVu Sans"/>
                <a:cs typeface="DejaVu Sans"/>
              </a:defRPr>
            </a:lvl8pPr>
            <a:lvl9pPr algn="l">
              <a:defRPr sz="3300" b="1">
                <a:solidFill>
                  <a:srgbClr val="F5F9FA"/>
                </a:solidFill>
                <a:latin typeface="DejaVu Sans"/>
                <a:ea typeface="DejaVu Sans"/>
                <a:cs typeface="DejaVu Sans"/>
              </a:defRPr>
            </a:lvl9pPr>
          </a:lstStyle>
          <a:p>
            <a:pPr algn="l">
              <a:defRPr sz="3300" b="1">
                <a:solidFill>
                  <a:srgbClr val="F5F9FA"/>
                </a:solidFill>
                <a:latin typeface="DejaVu Sans"/>
                <a:ea typeface="DejaVu Sans"/>
                <a:cs typeface="DejaVu Sans"/>
              </a:defRPr>
            </a:pPr>
            <a:r>
              <a:rPr sz="3300" b="1">
                <a:solidFill>
                  <a:srgbClr val="F5F9FA"/>
                </a:solidFill>
                <a:latin typeface="DejaVu Sans"/>
                <a:ea typeface="DejaVu Sans"/>
                <a:cs typeface="DejaVu Sans"/>
              </a:rPr>
              <a:t>Objetivo del proyecto</a:t>
            </a:r>
          </a:p>
        </p:txBody>
      </p:sp>
      <p:sp>
        <p:nvSpPr>
          <p:cNvPr id="2" name="text-20">
            <a:extLst>
              <a:ext uri="{FF2B5EF4-FFF2-40B4-BE49-F238E27FC236}">
                <a16:creationId xmlns:a16="http://schemas.microsoft.com/office/drawing/2014/main" id="{54D9860A-8848-4353-A4BB-4FD7F69FA230}"/>
              </a:ext>
            </a:extLst>
          </p:cNvPr>
          <p:cNvSpPr>
            <a:spLocks noGrp="1"/>
          </p:cNvSpPr>
          <p:nvPr/>
        </p:nvSpPr>
        <p:spPr>
          <a:xfrm>
            <a:off x="533400" y="1514475"/>
            <a:ext cx="11020425" cy="2333625"/>
          </a:xfrm>
          <a:prstGeom prst="rect">
            <a:avLst/>
          </a:prstGeom>
          <a:noFill/>
          <a:ln w="0">
            <a:noFill/>
            <a:prstDash val="solid"/>
          </a:ln>
        </p:spPr>
        <p:txBody>
          <a:bodyPr wrap="square" lIns="0" tIns="0" rIns="0" bIns="0" anchor="t">
            <a:noAutofit/>
          </a:bodyPr>
          <a:lstStyle>
            <a:defPPr algn="l">
              <a:defRPr sz="2475" b="0">
                <a:solidFill>
                  <a:srgbClr val="F5F9FA"/>
                </a:solidFill>
                <a:latin typeface="DejaVu Sans"/>
                <a:ea typeface="DejaVu Sans"/>
                <a:cs typeface="DejaVu Sans"/>
              </a:defRPr>
            </a:defPPr>
            <a:lvl1pPr algn="l">
              <a:defRPr sz="2475" b="0">
                <a:solidFill>
                  <a:srgbClr val="F5F9FA"/>
                </a:solidFill>
                <a:latin typeface="DejaVu Sans"/>
                <a:ea typeface="DejaVu Sans"/>
                <a:cs typeface="DejaVu Sans"/>
              </a:defRPr>
            </a:lvl1pPr>
            <a:lvl2pPr algn="l">
              <a:defRPr sz="2475" b="0">
                <a:solidFill>
                  <a:srgbClr val="F5F9FA"/>
                </a:solidFill>
                <a:latin typeface="DejaVu Sans"/>
                <a:ea typeface="DejaVu Sans"/>
                <a:cs typeface="DejaVu Sans"/>
              </a:defRPr>
            </a:lvl2pPr>
            <a:lvl3pPr algn="l">
              <a:defRPr sz="2475" b="0">
                <a:solidFill>
                  <a:srgbClr val="F5F9FA"/>
                </a:solidFill>
                <a:latin typeface="DejaVu Sans"/>
                <a:ea typeface="DejaVu Sans"/>
                <a:cs typeface="DejaVu Sans"/>
              </a:defRPr>
            </a:lvl3pPr>
            <a:lvl4pPr algn="l">
              <a:defRPr sz="2475" b="0">
                <a:solidFill>
                  <a:srgbClr val="F5F9FA"/>
                </a:solidFill>
                <a:latin typeface="DejaVu Sans"/>
                <a:ea typeface="DejaVu Sans"/>
                <a:cs typeface="DejaVu Sans"/>
              </a:defRPr>
            </a:lvl4pPr>
            <a:lvl5pPr algn="l">
              <a:defRPr sz="2475" b="0">
                <a:solidFill>
                  <a:srgbClr val="F5F9FA"/>
                </a:solidFill>
                <a:latin typeface="DejaVu Sans"/>
                <a:ea typeface="DejaVu Sans"/>
                <a:cs typeface="DejaVu Sans"/>
              </a:defRPr>
            </a:lvl5pPr>
            <a:lvl6pPr algn="l">
              <a:defRPr sz="2475" b="0">
                <a:solidFill>
                  <a:srgbClr val="F5F9FA"/>
                </a:solidFill>
                <a:latin typeface="DejaVu Sans"/>
                <a:ea typeface="DejaVu Sans"/>
                <a:cs typeface="DejaVu Sans"/>
              </a:defRPr>
            </a:lvl6pPr>
            <a:lvl7pPr algn="l">
              <a:defRPr sz="2475" b="0">
                <a:solidFill>
                  <a:srgbClr val="F5F9FA"/>
                </a:solidFill>
                <a:latin typeface="DejaVu Sans"/>
                <a:ea typeface="DejaVu Sans"/>
                <a:cs typeface="DejaVu Sans"/>
              </a:defRPr>
            </a:lvl7pPr>
            <a:lvl8pPr algn="l">
              <a:defRPr sz="2475" b="0">
                <a:solidFill>
                  <a:srgbClr val="F5F9FA"/>
                </a:solidFill>
                <a:latin typeface="DejaVu Sans"/>
                <a:ea typeface="DejaVu Sans"/>
                <a:cs typeface="DejaVu Sans"/>
              </a:defRPr>
            </a:lvl8pPr>
            <a:lvl9pPr algn="l">
              <a:defRPr sz="2475" b="0">
                <a:solidFill>
                  <a:srgbClr val="F5F9FA"/>
                </a:solidFill>
                <a:latin typeface="DejaVu Sans"/>
                <a:ea typeface="DejaVu Sans"/>
                <a:cs typeface="DejaVu Sans"/>
              </a:defRPr>
            </a:lvl9pPr>
          </a:lstStyle>
          <a:p>
            <a:pPr algn="l">
              <a:defRPr sz="2475" b="0">
                <a:solidFill>
                  <a:srgbClr val="F5F9FA"/>
                </a:solidFill>
                <a:latin typeface="DejaVu Sans"/>
                <a:ea typeface="DejaVu Sans"/>
                <a:cs typeface="DejaVu Sans"/>
              </a:defRPr>
            </a:pPr>
            <a:r>
              <a:rPr sz="2475" b="0">
                <a:solidFill>
                  <a:srgbClr val="F5F9FA"/>
                </a:solidFill>
                <a:latin typeface="DejaVu Sans"/>
                <a:ea typeface="DejaVu Sans"/>
                <a:cs typeface="DejaVu Sans"/>
              </a:rPr>
              <a:t>Desarrollar un sistema de verificación de Equipamiento de Protección Personal para contribuir a disminuir las condiciones de riesgo asociadas a su incumplimiento en el Laboratorio de Mecanizado de Mecatrónica de la UCB, sede Santa Cruz.</a:t>
            </a:r>
          </a:p>
        </p:txBody>
      </p:sp>
      <p:sp>
        <p:nvSpPr>
          <p:cNvPr id="3" name="diagram-node-21">
            <a:extLst>
              <a:ext uri="{FF2B5EF4-FFF2-40B4-BE49-F238E27FC236}">
                <a16:creationId xmlns:a16="http://schemas.microsoft.com/office/drawing/2014/main" id="{0B3A3F76-89C0-49E5-9E6D-C6C41E8C792F}"/>
              </a:ext>
            </a:extLst>
          </p:cNvPr>
          <p:cNvSpPr>
            <a:spLocks noGrp="1"/>
          </p:cNvSpPr>
          <p:nvPr/>
        </p:nvSpPr>
        <p:spPr>
          <a:xfrm>
            <a:off x="533400" y="4524375"/>
            <a:ext cx="2019300" cy="971550"/>
          </a:xfrm>
          <a:prstGeom prst="rect">
            <a:avLst/>
          </a:prstGeom>
          <a:solidFill>
            <a:srgbClr val="133645"/>
          </a:solidFill>
          <a:ln w="9525">
            <a:solidFill>
              <a:srgbClr val="315463"/>
            </a:solidFill>
            <a:prstDash val="solid"/>
          </a:ln>
        </p:spPr>
        <p:txBody>
          <a:bodyPr wrap="square" lIns="95250" tIns="95250" rIns="95250" bIns="95250" anchor="ctr">
            <a:noAutofit/>
          </a:bodyPr>
          <a:lstStyle>
            <a:defPPr algn="ctr">
              <a:defRPr sz="1800" b="1">
                <a:solidFill>
                  <a:srgbClr val="F5F9FA"/>
                </a:solidFill>
                <a:latin typeface="DejaVu Sans"/>
                <a:ea typeface="DejaVu Sans"/>
                <a:cs typeface="DejaVu Sans"/>
              </a:defRPr>
            </a:defPPr>
            <a:lvl1pPr algn="ctr">
              <a:defRPr sz="1800" b="1">
                <a:solidFill>
                  <a:srgbClr val="F5F9FA"/>
                </a:solidFill>
                <a:latin typeface="DejaVu Sans"/>
                <a:ea typeface="DejaVu Sans"/>
                <a:cs typeface="DejaVu Sans"/>
              </a:defRPr>
            </a:lvl1pPr>
            <a:lvl2pPr algn="ctr">
              <a:defRPr sz="1800" b="1">
                <a:solidFill>
                  <a:srgbClr val="F5F9FA"/>
                </a:solidFill>
                <a:latin typeface="DejaVu Sans"/>
                <a:ea typeface="DejaVu Sans"/>
                <a:cs typeface="DejaVu Sans"/>
              </a:defRPr>
            </a:lvl2pPr>
            <a:lvl3pPr algn="ctr">
              <a:defRPr sz="1800" b="1">
                <a:solidFill>
                  <a:srgbClr val="F5F9FA"/>
                </a:solidFill>
                <a:latin typeface="DejaVu Sans"/>
                <a:ea typeface="DejaVu Sans"/>
                <a:cs typeface="DejaVu Sans"/>
              </a:defRPr>
            </a:lvl3pPr>
            <a:lvl4pPr algn="ctr">
              <a:defRPr sz="1800" b="1">
                <a:solidFill>
                  <a:srgbClr val="F5F9FA"/>
                </a:solidFill>
                <a:latin typeface="DejaVu Sans"/>
                <a:ea typeface="DejaVu Sans"/>
                <a:cs typeface="DejaVu Sans"/>
              </a:defRPr>
            </a:lvl4pPr>
            <a:lvl5pPr algn="ctr">
              <a:defRPr sz="1800" b="1">
                <a:solidFill>
                  <a:srgbClr val="F5F9FA"/>
                </a:solidFill>
                <a:latin typeface="DejaVu Sans"/>
                <a:ea typeface="DejaVu Sans"/>
                <a:cs typeface="DejaVu Sans"/>
              </a:defRPr>
            </a:lvl5pPr>
            <a:lvl6pPr algn="ctr">
              <a:defRPr sz="1800" b="1">
                <a:solidFill>
                  <a:srgbClr val="F5F9FA"/>
                </a:solidFill>
                <a:latin typeface="DejaVu Sans"/>
                <a:ea typeface="DejaVu Sans"/>
                <a:cs typeface="DejaVu Sans"/>
              </a:defRPr>
            </a:lvl6pPr>
            <a:lvl7pPr algn="ctr">
              <a:defRPr sz="1800" b="1">
                <a:solidFill>
                  <a:srgbClr val="F5F9FA"/>
                </a:solidFill>
                <a:latin typeface="DejaVu Sans"/>
                <a:ea typeface="DejaVu Sans"/>
                <a:cs typeface="DejaVu Sans"/>
              </a:defRPr>
            </a:lvl7pPr>
            <a:lvl8pPr algn="ctr">
              <a:defRPr sz="1800" b="1">
                <a:solidFill>
                  <a:srgbClr val="F5F9FA"/>
                </a:solidFill>
                <a:latin typeface="DejaVu Sans"/>
                <a:ea typeface="DejaVu Sans"/>
                <a:cs typeface="DejaVu Sans"/>
              </a:defRPr>
            </a:lvl8pPr>
            <a:lvl9pPr algn="ctr">
              <a:defRPr sz="1800" b="1">
                <a:solidFill>
                  <a:srgbClr val="F5F9FA"/>
                </a:solidFill>
                <a:latin typeface="DejaVu Sans"/>
                <a:ea typeface="DejaVu Sans"/>
                <a:cs typeface="DejaVu Sans"/>
              </a:defRPr>
            </a:lvl9pPr>
          </a:lstStyle>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Seleccionar</a:t>
            </a:r>
          </a:p>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actividad</a:t>
            </a:r>
          </a:p>
        </p:txBody>
      </p:sp>
      <p:sp>
        <p:nvSpPr>
          <p:cNvPr id="4" name="diagram-node-22">
            <a:extLst>
              <a:ext uri="{FF2B5EF4-FFF2-40B4-BE49-F238E27FC236}">
                <a16:creationId xmlns:a16="http://schemas.microsoft.com/office/drawing/2014/main" id="{C7F072BA-A168-47F7-A963-C242D147728D}"/>
              </a:ext>
            </a:extLst>
          </p:cNvPr>
          <p:cNvSpPr>
            <a:spLocks noGrp="1"/>
          </p:cNvSpPr>
          <p:nvPr/>
        </p:nvSpPr>
        <p:spPr>
          <a:xfrm>
            <a:off x="2809875" y="4524375"/>
            <a:ext cx="2019300" cy="971550"/>
          </a:xfrm>
          <a:prstGeom prst="rect">
            <a:avLst/>
          </a:prstGeom>
          <a:solidFill>
            <a:srgbClr val="133645"/>
          </a:solidFill>
          <a:ln w="9525">
            <a:solidFill>
              <a:srgbClr val="315463"/>
            </a:solidFill>
            <a:prstDash val="solid"/>
          </a:ln>
        </p:spPr>
        <p:txBody>
          <a:bodyPr wrap="square" lIns="95250" tIns="95250" rIns="95250" bIns="95250" anchor="ctr">
            <a:noAutofit/>
          </a:bodyPr>
          <a:lstStyle>
            <a:defPPr algn="ctr">
              <a:defRPr sz="1800" b="1">
                <a:solidFill>
                  <a:srgbClr val="F5F9FA"/>
                </a:solidFill>
                <a:latin typeface="DejaVu Sans"/>
                <a:ea typeface="DejaVu Sans"/>
                <a:cs typeface="DejaVu Sans"/>
              </a:defRPr>
            </a:defPPr>
            <a:lvl1pPr algn="ctr">
              <a:defRPr sz="1800" b="1">
                <a:solidFill>
                  <a:srgbClr val="F5F9FA"/>
                </a:solidFill>
                <a:latin typeface="DejaVu Sans"/>
                <a:ea typeface="DejaVu Sans"/>
                <a:cs typeface="DejaVu Sans"/>
              </a:defRPr>
            </a:lvl1pPr>
            <a:lvl2pPr algn="ctr">
              <a:defRPr sz="1800" b="1">
                <a:solidFill>
                  <a:srgbClr val="F5F9FA"/>
                </a:solidFill>
                <a:latin typeface="DejaVu Sans"/>
                <a:ea typeface="DejaVu Sans"/>
                <a:cs typeface="DejaVu Sans"/>
              </a:defRPr>
            </a:lvl2pPr>
            <a:lvl3pPr algn="ctr">
              <a:defRPr sz="1800" b="1">
                <a:solidFill>
                  <a:srgbClr val="F5F9FA"/>
                </a:solidFill>
                <a:latin typeface="DejaVu Sans"/>
                <a:ea typeface="DejaVu Sans"/>
                <a:cs typeface="DejaVu Sans"/>
              </a:defRPr>
            </a:lvl3pPr>
            <a:lvl4pPr algn="ctr">
              <a:defRPr sz="1800" b="1">
                <a:solidFill>
                  <a:srgbClr val="F5F9FA"/>
                </a:solidFill>
                <a:latin typeface="DejaVu Sans"/>
                <a:ea typeface="DejaVu Sans"/>
                <a:cs typeface="DejaVu Sans"/>
              </a:defRPr>
            </a:lvl4pPr>
            <a:lvl5pPr algn="ctr">
              <a:defRPr sz="1800" b="1">
                <a:solidFill>
                  <a:srgbClr val="F5F9FA"/>
                </a:solidFill>
                <a:latin typeface="DejaVu Sans"/>
                <a:ea typeface="DejaVu Sans"/>
                <a:cs typeface="DejaVu Sans"/>
              </a:defRPr>
            </a:lvl5pPr>
            <a:lvl6pPr algn="ctr">
              <a:defRPr sz="1800" b="1">
                <a:solidFill>
                  <a:srgbClr val="F5F9FA"/>
                </a:solidFill>
                <a:latin typeface="DejaVu Sans"/>
                <a:ea typeface="DejaVu Sans"/>
                <a:cs typeface="DejaVu Sans"/>
              </a:defRPr>
            </a:lvl6pPr>
            <a:lvl7pPr algn="ctr">
              <a:defRPr sz="1800" b="1">
                <a:solidFill>
                  <a:srgbClr val="F5F9FA"/>
                </a:solidFill>
                <a:latin typeface="DejaVu Sans"/>
                <a:ea typeface="DejaVu Sans"/>
                <a:cs typeface="DejaVu Sans"/>
              </a:defRPr>
            </a:lvl7pPr>
            <a:lvl8pPr algn="ctr">
              <a:defRPr sz="1800" b="1">
                <a:solidFill>
                  <a:srgbClr val="F5F9FA"/>
                </a:solidFill>
                <a:latin typeface="DejaVu Sans"/>
                <a:ea typeface="DejaVu Sans"/>
                <a:cs typeface="DejaVu Sans"/>
              </a:defRPr>
            </a:lvl8pPr>
            <a:lvl9pPr algn="ctr">
              <a:defRPr sz="1800" b="1">
                <a:solidFill>
                  <a:srgbClr val="F5F9FA"/>
                </a:solidFill>
                <a:latin typeface="DejaVu Sans"/>
                <a:ea typeface="DejaVu Sans"/>
                <a:cs typeface="DejaVu Sans"/>
              </a:defRPr>
            </a:lvl9pPr>
          </a:lstStyle>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Identificar</a:t>
            </a:r>
          </a:p>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EPP requerido</a:t>
            </a:r>
          </a:p>
        </p:txBody>
      </p:sp>
      <p:sp>
        <p:nvSpPr>
          <p:cNvPr id="5" name="diagram-node-23">
            <a:extLst>
              <a:ext uri="{FF2B5EF4-FFF2-40B4-BE49-F238E27FC236}">
                <a16:creationId xmlns:a16="http://schemas.microsoft.com/office/drawing/2014/main" id="{448B6A63-B013-4A73-B03C-EC41EE1CFCF5}"/>
              </a:ext>
            </a:extLst>
          </p:cNvPr>
          <p:cNvSpPr>
            <a:spLocks noGrp="1"/>
          </p:cNvSpPr>
          <p:nvPr/>
        </p:nvSpPr>
        <p:spPr>
          <a:xfrm>
            <a:off x="5086350" y="4524375"/>
            <a:ext cx="2019300" cy="971550"/>
          </a:xfrm>
          <a:prstGeom prst="rect">
            <a:avLst/>
          </a:prstGeom>
          <a:solidFill>
            <a:srgbClr val="133645"/>
          </a:solidFill>
          <a:ln w="9525">
            <a:solidFill>
              <a:srgbClr val="315463"/>
            </a:solidFill>
            <a:prstDash val="solid"/>
          </a:ln>
        </p:spPr>
        <p:txBody>
          <a:bodyPr wrap="square" lIns="95250" tIns="95250" rIns="95250" bIns="95250" anchor="ctr">
            <a:noAutofit/>
          </a:bodyPr>
          <a:lstStyle>
            <a:defPPr algn="ctr">
              <a:defRPr sz="1800" b="1">
                <a:solidFill>
                  <a:srgbClr val="F5F9FA"/>
                </a:solidFill>
                <a:latin typeface="DejaVu Sans"/>
                <a:ea typeface="DejaVu Sans"/>
                <a:cs typeface="DejaVu Sans"/>
              </a:defRPr>
            </a:defPPr>
            <a:lvl1pPr algn="ctr">
              <a:defRPr sz="1800" b="1">
                <a:solidFill>
                  <a:srgbClr val="F5F9FA"/>
                </a:solidFill>
                <a:latin typeface="DejaVu Sans"/>
                <a:ea typeface="DejaVu Sans"/>
                <a:cs typeface="DejaVu Sans"/>
              </a:defRPr>
            </a:lvl1pPr>
            <a:lvl2pPr algn="ctr">
              <a:defRPr sz="1800" b="1">
                <a:solidFill>
                  <a:srgbClr val="F5F9FA"/>
                </a:solidFill>
                <a:latin typeface="DejaVu Sans"/>
                <a:ea typeface="DejaVu Sans"/>
                <a:cs typeface="DejaVu Sans"/>
              </a:defRPr>
            </a:lvl2pPr>
            <a:lvl3pPr algn="ctr">
              <a:defRPr sz="1800" b="1">
                <a:solidFill>
                  <a:srgbClr val="F5F9FA"/>
                </a:solidFill>
                <a:latin typeface="DejaVu Sans"/>
                <a:ea typeface="DejaVu Sans"/>
                <a:cs typeface="DejaVu Sans"/>
              </a:defRPr>
            </a:lvl3pPr>
            <a:lvl4pPr algn="ctr">
              <a:defRPr sz="1800" b="1">
                <a:solidFill>
                  <a:srgbClr val="F5F9FA"/>
                </a:solidFill>
                <a:latin typeface="DejaVu Sans"/>
                <a:ea typeface="DejaVu Sans"/>
                <a:cs typeface="DejaVu Sans"/>
              </a:defRPr>
            </a:lvl4pPr>
            <a:lvl5pPr algn="ctr">
              <a:defRPr sz="1800" b="1">
                <a:solidFill>
                  <a:srgbClr val="F5F9FA"/>
                </a:solidFill>
                <a:latin typeface="DejaVu Sans"/>
                <a:ea typeface="DejaVu Sans"/>
                <a:cs typeface="DejaVu Sans"/>
              </a:defRPr>
            </a:lvl5pPr>
            <a:lvl6pPr algn="ctr">
              <a:defRPr sz="1800" b="1">
                <a:solidFill>
                  <a:srgbClr val="F5F9FA"/>
                </a:solidFill>
                <a:latin typeface="DejaVu Sans"/>
                <a:ea typeface="DejaVu Sans"/>
                <a:cs typeface="DejaVu Sans"/>
              </a:defRPr>
            </a:lvl6pPr>
            <a:lvl7pPr algn="ctr">
              <a:defRPr sz="1800" b="1">
                <a:solidFill>
                  <a:srgbClr val="F5F9FA"/>
                </a:solidFill>
                <a:latin typeface="DejaVu Sans"/>
                <a:ea typeface="DejaVu Sans"/>
                <a:cs typeface="DejaVu Sans"/>
              </a:defRPr>
            </a:lvl7pPr>
            <a:lvl8pPr algn="ctr">
              <a:defRPr sz="1800" b="1">
                <a:solidFill>
                  <a:srgbClr val="F5F9FA"/>
                </a:solidFill>
                <a:latin typeface="DejaVu Sans"/>
                <a:ea typeface="DejaVu Sans"/>
                <a:cs typeface="DejaVu Sans"/>
              </a:defRPr>
            </a:lvl8pPr>
            <a:lvl9pPr algn="ctr">
              <a:defRPr sz="1800" b="1">
                <a:solidFill>
                  <a:srgbClr val="F5F9FA"/>
                </a:solidFill>
                <a:latin typeface="DejaVu Sans"/>
                <a:ea typeface="DejaVu Sans"/>
                <a:cs typeface="DejaVu Sans"/>
              </a:defRPr>
            </a:lvl9pPr>
          </a:lstStyle>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Verificar</a:t>
            </a:r>
          </a:p>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presencia</a:t>
            </a:r>
          </a:p>
        </p:txBody>
      </p:sp>
      <p:sp>
        <p:nvSpPr>
          <p:cNvPr id="6" name="diagram-node-24">
            <a:extLst>
              <a:ext uri="{FF2B5EF4-FFF2-40B4-BE49-F238E27FC236}">
                <a16:creationId xmlns:a16="http://schemas.microsoft.com/office/drawing/2014/main" id="{B020E234-74DA-451E-8449-FDD84B7A449D}"/>
              </a:ext>
            </a:extLst>
          </p:cNvPr>
          <p:cNvSpPr>
            <a:spLocks noGrp="1"/>
          </p:cNvSpPr>
          <p:nvPr/>
        </p:nvSpPr>
        <p:spPr>
          <a:xfrm>
            <a:off x="7362825" y="4524375"/>
            <a:ext cx="2019300" cy="971550"/>
          </a:xfrm>
          <a:prstGeom prst="rect">
            <a:avLst/>
          </a:prstGeom>
          <a:solidFill>
            <a:srgbClr val="133645"/>
          </a:solidFill>
          <a:ln w="9525">
            <a:solidFill>
              <a:srgbClr val="315463"/>
            </a:solidFill>
            <a:prstDash val="solid"/>
          </a:ln>
        </p:spPr>
        <p:txBody>
          <a:bodyPr wrap="square" lIns="95250" tIns="95250" rIns="95250" bIns="95250" anchor="ctr">
            <a:noAutofit/>
          </a:bodyPr>
          <a:lstStyle>
            <a:defPPr algn="ctr">
              <a:defRPr sz="1800" b="1">
                <a:solidFill>
                  <a:srgbClr val="F5F9FA"/>
                </a:solidFill>
                <a:latin typeface="DejaVu Sans"/>
                <a:ea typeface="DejaVu Sans"/>
                <a:cs typeface="DejaVu Sans"/>
              </a:defRPr>
            </a:defPPr>
            <a:lvl1pPr algn="ctr">
              <a:defRPr sz="1800" b="1">
                <a:solidFill>
                  <a:srgbClr val="F5F9FA"/>
                </a:solidFill>
                <a:latin typeface="DejaVu Sans"/>
                <a:ea typeface="DejaVu Sans"/>
                <a:cs typeface="DejaVu Sans"/>
              </a:defRPr>
            </a:lvl1pPr>
            <a:lvl2pPr algn="ctr">
              <a:defRPr sz="1800" b="1">
                <a:solidFill>
                  <a:srgbClr val="F5F9FA"/>
                </a:solidFill>
                <a:latin typeface="DejaVu Sans"/>
                <a:ea typeface="DejaVu Sans"/>
                <a:cs typeface="DejaVu Sans"/>
              </a:defRPr>
            </a:lvl2pPr>
            <a:lvl3pPr algn="ctr">
              <a:defRPr sz="1800" b="1">
                <a:solidFill>
                  <a:srgbClr val="F5F9FA"/>
                </a:solidFill>
                <a:latin typeface="DejaVu Sans"/>
                <a:ea typeface="DejaVu Sans"/>
                <a:cs typeface="DejaVu Sans"/>
              </a:defRPr>
            </a:lvl3pPr>
            <a:lvl4pPr algn="ctr">
              <a:defRPr sz="1800" b="1">
                <a:solidFill>
                  <a:srgbClr val="F5F9FA"/>
                </a:solidFill>
                <a:latin typeface="DejaVu Sans"/>
                <a:ea typeface="DejaVu Sans"/>
                <a:cs typeface="DejaVu Sans"/>
              </a:defRPr>
            </a:lvl4pPr>
            <a:lvl5pPr algn="ctr">
              <a:defRPr sz="1800" b="1">
                <a:solidFill>
                  <a:srgbClr val="F5F9FA"/>
                </a:solidFill>
                <a:latin typeface="DejaVu Sans"/>
                <a:ea typeface="DejaVu Sans"/>
                <a:cs typeface="DejaVu Sans"/>
              </a:defRPr>
            </a:lvl5pPr>
            <a:lvl6pPr algn="ctr">
              <a:defRPr sz="1800" b="1">
                <a:solidFill>
                  <a:srgbClr val="F5F9FA"/>
                </a:solidFill>
                <a:latin typeface="DejaVu Sans"/>
                <a:ea typeface="DejaVu Sans"/>
                <a:cs typeface="DejaVu Sans"/>
              </a:defRPr>
            </a:lvl6pPr>
            <a:lvl7pPr algn="ctr">
              <a:defRPr sz="1800" b="1">
                <a:solidFill>
                  <a:srgbClr val="F5F9FA"/>
                </a:solidFill>
                <a:latin typeface="DejaVu Sans"/>
                <a:ea typeface="DejaVu Sans"/>
                <a:cs typeface="DejaVu Sans"/>
              </a:defRPr>
            </a:lvl7pPr>
            <a:lvl8pPr algn="ctr">
              <a:defRPr sz="1800" b="1">
                <a:solidFill>
                  <a:srgbClr val="F5F9FA"/>
                </a:solidFill>
                <a:latin typeface="DejaVu Sans"/>
                <a:ea typeface="DejaVu Sans"/>
                <a:cs typeface="DejaVu Sans"/>
              </a:defRPr>
            </a:lvl8pPr>
            <a:lvl9pPr algn="ctr">
              <a:defRPr sz="1800" b="1">
                <a:solidFill>
                  <a:srgbClr val="F5F9FA"/>
                </a:solidFill>
                <a:latin typeface="DejaVu Sans"/>
                <a:ea typeface="DejaVu Sans"/>
                <a:cs typeface="DejaVu Sans"/>
              </a:defRPr>
            </a:lvl9pPr>
          </a:lstStyle>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Generar</a:t>
            </a:r>
          </a:p>
          <a:p>
            <a:pPr algn="ctr">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alertas</a:t>
            </a:r>
          </a:p>
        </p:txBody>
      </p:sp>
      <p:sp>
        <p:nvSpPr>
          <p:cNvPr id="7" name="diagram-node-25">
            <a:extLst>
              <a:ext uri="{FF2B5EF4-FFF2-40B4-BE49-F238E27FC236}">
                <a16:creationId xmlns:a16="http://schemas.microsoft.com/office/drawing/2014/main" id="{1B20B657-1573-4142-91A0-6CD64FA5F2DB}"/>
              </a:ext>
            </a:extLst>
          </p:cNvPr>
          <p:cNvSpPr>
            <a:spLocks noGrp="1"/>
          </p:cNvSpPr>
          <p:nvPr/>
        </p:nvSpPr>
        <p:spPr>
          <a:xfrm>
            <a:off x="9639300" y="4524375"/>
            <a:ext cx="2019300" cy="971550"/>
          </a:xfrm>
          <a:prstGeom prst="rect">
            <a:avLst/>
          </a:prstGeom>
          <a:solidFill>
            <a:srgbClr val="32E2BF"/>
          </a:solidFill>
          <a:ln w="9525">
            <a:solidFill>
              <a:srgbClr val="32E2BF"/>
            </a:solidFill>
            <a:prstDash val="solid"/>
          </a:ln>
        </p:spPr>
        <p:txBody>
          <a:bodyPr wrap="square" lIns="95250" tIns="95250" rIns="95250" bIns="95250" anchor="ctr">
            <a:noAutofit/>
          </a:bodyPr>
          <a:lstStyle>
            <a:defPPr algn="ctr">
              <a:defRPr sz="1800" b="1">
                <a:solidFill>
                  <a:srgbClr val="0A1E2B"/>
                </a:solidFill>
                <a:latin typeface="DejaVu Sans"/>
                <a:ea typeface="DejaVu Sans"/>
                <a:cs typeface="DejaVu Sans"/>
              </a:defRPr>
            </a:defPPr>
            <a:lvl1pPr algn="ctr">
              <a:defRPr sz="1800" b="1">
                <a:solidFill>
                  <a:srgbClr val="0A1E2B"/>
                </a:solidFill>
                <a:latin typeface="DejaVu Sans"/>
                <a:ea typeface="DejaVu Sans"/>
                <a:cs typeface="DejaVu Sans"/>
              </a:defRPr>
            </a:lvl1pPr>
            <a:lvl2pPr algn="ctr">
              <a:defRPr sz="1800" b="1">
                <a:solidFill>
                  <a:srgbClr val="0A1E2B"/>
                </a:solidFill>
                <a:latin typeface="DejaVu Sans"/>
                <a:ea typeface="DejaVu Sans"/>
                <a:cs typeface="DejaVu Sans"/>
              </a:defRPr>
            </a:lvl2pPr>
            <a:lvl3pPr algn="ctr">
              <a:defRPr sz="1800" b="1">
                <a:solidFill>
                  <a:srgbClr val="0A1E2B"/>
                </a:solidFill>
                <a:latin typeface="DejaVu Sans"/>
                <a:ea typeface="DejaVu Sans"/>
                <a:cs typeface="DejaVu Sans"/>
              </a:defRPr>
            </a:lvl3pPr>
            <a:lvl4pPr algn="ctr">
              <a:defRPr sz="1800" b="1">
                <a:solidFill>
                  <a:srgbClr val="0A1E2B"/>
                </a:solidFill>
                <a:latin typeface="DejaVu Sans"/>
                <a:ea typeface="DejaVu Sans"/>
                <a:cs typeface="DejaVu Sans"/>
              </a:defRPr>
            </a:lvl4pPr>
            <a:lvl5pPr algn="ctr">
              <a:defRPr sz="1800" b="1">
                <a:solidFill>
                  <a:srgbClr val="0A1E2B"/>
                </a:solidFill>
                <a:latin typeface="DejaVu Sans"/>
                <a:ea typeface="DejaVu Sans"/>
                <a:cs typeface="DejaVu Sans"/>
              </a:defRPr>
            </a:lvl5pPr>
            <a:lvl6pPr algn="ctr">
              <a:defRPr sz="1800" b="1">
                <a:solidFill>
                  <a:srgbClr val="0A1E2B"/>
                </a:solidFill>
                <a:latin typeface="DejaVu Sans"/>
                <a:ea typeface="DejaVu Sans"/>
                <a:cs typeface="DejaVu Sans"/>
              </a:defRPr>
            </a:lvl6pPr>
            <a:lvl7pPr algn="ctr">
              <a:defRPr sz="1800" b="1">
                <a:solidFill>
                  <a:srgbClr val="0A1E2B"/>
                </a:solidFill>
                <a:latin typeface="DejaVu Sans"/>
                <a:ea typeface="DejaVu Sans"/>
                <a:cs typeface="DejaVu Sans"/>
              </a:defRPr>
            </a:lvl7pPr>
            <a:lvl8pPr algn="ctr">
              <a:defRPr sz="1800" b="1">
                <a:solidFill>
                  <a:srgbClr val="0A1E2B"/>
                </a:solidFill>
                <a:latin typeface="DejaVu Sans"/>
                <a:ea typeface="DejaVu Sans"/>
                <a:cs typeface="DejaVu Sans"/>
              </a:defRPr>
            </a:lvl8pPr>
            <a:lvl9pPr algn="ctr">
              <a:defRPr sz="1800" b="1">
                <a:solidFill>
                  <a:srgbClr val="0A1E2B"/>
                </a:solidFill>
                <a:latin typeface="DejaVu Sans"/>
                <a:ea typeface="DejaVu Sans"/>
                <a:cs typeface="DejaVu Sans"/>
              </a:defRPr>
            </a:lvl9pPr>
          </a:lstStyle>
          <a:p>
            <a:pPr algn="ctr">
              <a:defRPr sz="1800" b="1">
                <a:solidFill>
                  <a:srgbClr val="0A1E2B"/>
                </a:solidFill>
                <a:latin typeface="DejaVu Sans"/>
                <a:ea typeface="DejaVu Sans"/>
                <a:cs typeface="DejaVu Sans"/>
              </a:defRPr>
            </a:pPr>
            <a:r>
              <a:rPr sz="1800" b="1">
                <a:solidFill>
                  <a:srgbClr val="0A1E2B"/>
                </a:solidFill>
                <a:latin typeface="DejaVu Sans"/>
                <a:ea typeface="DejaVu Sans"/>
                <a:cs typeface="DejaVu Sans"/>
              </a:rPr>
              <a:t>Registrar</a:t>
            </a:r>
          </a:p>
          <a:p>
            <a:pPr algn="ctr">
              <a:defRPr sz="1800" b="1">
                <a:solidFill>
                  <a:srgbClr val="0A1E2B"/>
                </a:solidFill>
                <a:latin typeface="DejaVu Sans"/>
                <a:ea typeface="DejaVu Sans"/>
                <a:cs typeface="DejaVu Sans"/>
              </a:defRPr>
            </a:pPr>
            <a:r>
              <a:rPr sz="1800" b="1">
                <a:solidFill>
                  <a:srgbClr val="0A1E2B"/>
                </a:solidFill>
                <a:latin typeface="DejaVu Sans"/>
                <a:ea typeface="DejaVu Sans"/>
                <a:cs typeface="DejaVu Sans"/>
              </a:rPr>
              <a:t>resultado</a:t>
            </a:r>
          </a:p>
        </p:txBody>
      </p:sp>
      <p:sp>
        <p:nvSpPr>
          <p:cNvPr id="12" name="text-26">
            <a:extLst>
              <a:ext uri="{FF2B5EF4-FFF2-40B4-BE49-F238E27FC236}">
                <a16:creationId xmlns:a16="http://schemas.microsoft.com/office/drawing/2014/main" id="{A0D59525-4CA5-4F08-86AA-E6EE29A7B66C}"/>
              </a:ext>
            </a:extLst>
          </p:cNvPr>
          <p:cNvSpPr>
            <a:spLocks noGrp="1"/>
          </p:cNvSpPr>
          <p:nvPr/>
        </p:nvSpPr>
        <p:spPr>
          <a:xfrm>
            <a:off x="533400" y="6000750"/>
            <a:ext cx="11125200" cy="381000"/>
          </a:xfrm>
          <a:prstGeom prst="rect">
            <a:avLst/>
          </a:prstGeom>
          <a:noFill/>
          <a:ln w="0">
            <a:noFill/>
            <a:prstDash val="solid"/>
          </a:ln>
        </p:spPr>
        <p:txBody>
          <a:bodyPr wrap="square" lIns="0" tIns="0" rIns="0" bIns="0" anchor="t">
            <a:noAutofit/>
          </a:bodyPr>
          <a:lstStyle>
            <a:defPPr algn="l">
              <a:defRPr sz="1950" b="1">
                <a:solidFill>
                  <a:srgbClr val="32E2BF"/>
                </a:solidFill>
                <a:latin typeface="DejaVu Sans"/>
                <a:ea typeface="DejaVu Sans"/>
                <a:cs typeface="DejaVu Sans"/>
              </a:defRPr>
            </a:defPPr>
            <a:lvl1pPr algn="l">
              <a:defRPr sz="1950" b="1">
                <a:solidFill>
                  <a:srgbClr val="32E2BF"/>
                </a:solidFill>
                <a:latin typeface="DejaVu Sans"/>
                <a:ea typeface="DejaVu Sans"/>
                <a:cs typeface="DejaVu Sans"/>
              </a:defRPr>
            </a:lvl1pPr>
            <a:lvl2pPr algn="l">
              <a:defRPr sz="1950" b="1">
                <a:solidFill>
                  <a:srgbClr val="32E2BF"/>
                </a:solidFill>
                <a:latin typeface="DejaVu Sans"/>
                <a:ea typeface="DejaVu Sans"/>
                <a:cs typeface="DejaVu Sans"/>
              </a:defRPr>
            </a:lvl2pPr>
            <a:lvl3pPr algn="l">
              <a:defRPr sz="1950" b="1">
                <a:solidFill>
                  <a:srgbClr val="32E2BF"/>
                </a:solidFill>
                <a:latin typeface="DejaVu Sans"/>
                <a:ea typeface="DejaVu Sans"/>
                <a:cs typeface="DejaVu Sans"/>
              </a:defRPr>
            </a:lvl3pPr>
            <a:lvl4pPr algn="l">
              <a:defRPr sz="1950" b="1">
                <a:solidFill>
                  <a:srgbClr val="32E2BF"/>
                </a:solidFill>
                <a:latin typeface="DejaVu Sans"/>
                <a:ea typeface="DejaVu Sans"/>
                <a:cs typeface="DejaVu Sans"/>
              </a:defRPr>
            </a:lvl4pPr>
            <a:lvl5pPr algn="l">
              <a:defRPr sz="1950" b="1">
                <a:solidFill>
                  <a:srgbClr val="32E2BF"/>
                </a:solidFill>
                <a:latin typeface="DejaVu Sans"/>
                <a:ea typeface="DejaVu Sans"/>
                <a:cs typeface="DejaVu Sans"/>
              </a:defRPr>
            </a:lvl5pPr>
            <a:lvl6pPr algn="l">
              <a:defRPr sz="1950" b="1">
                <a:solidFill>
                  <a:srgbClr val="32E2BF"/>
                </a:solidFill>
                <a:latin typeface="DejaVu Sans"/>
                <a:ea typeface="DejaVu Sans"/>
                <a:cs typeface="DejaVu Sans"/>
              </a:defRPr>
            </a:lvl6pPr>
            <a:lvl7pPr algn="l">
              <a:defRPr sz="1950" b="1">
                <a:solidFill>
                  <a:srgbClr val="32E2BF"/>
                </a:solidFill>
                <a:latin typeface="DejaVu Sans"/>
                <a:ea typeface="DejaVu Sans"/>
                <a:cs typeface="DejaVu Sans"/>
              </a:defRPr>
            </a:lvl7pPr>
            <a:lvl8pPr algn="l">
              <a:defRPr sz="1950" b="1">
                <a:solidFill>
                  <a:srgbClr val="32E2BF"/>
                </a:solidFill>
                <a:latin typeface="DejaVu Sans"/>
                <a:ea typeface="DejaVu Sans"/>
                <a:cs typeface="DejaVu Sans"/>
              </a:defRPr>
            </a:lvl8pPr>
            <a:lvl9pPr algn="l">
              <a:defRPr sz="1950" b="1">
                <a:solidFill>
                  <a:srgbClr val="32E2BF"/>
                </a:solidFill>
                <a:latin typeface="DejaVu Sans"/>
                <a:ea typeface="DejaVu Sans"/>
                <a:cs typeface="DejaVu Sans"/>
              </a:defRPr>
            </a:lvl9pPr>
          </a:lstStyle>
          <a:p>
            <a:pPr algn="l">
              <a:defRPr sz="1950" b="1">
                <a:solidFill>
                  <a:srgbClr val="32E2BF"/>
                </a:solidFill>
                <a:latin typeface="DejaVu Sans"/>
                <a:ea typeface="DejaVu Sans"/>
                <a:cs typeface="DejaVu Sans"/>
              </a:defRPr>
            </a:pPr>
            <a:r>
              <a:rPr sz="1950" b="1">
                <a:solidFill>
                  <a:srgbClr val="32E2BF"/>
                </a:solidFill>
                <a:latin typeface="DejaVu Sans"/>
                <a:ea typeface="DejaVu Sans"/>
                <a:cs typeface="DejaVu Sans"/>
              </a:rPr>
              <a:t>Alcance del prototipo: corte y soldadura</a:t>
            </a:r>
          </a:p>
        </p:txBody>
      </p:sp>
    </p:spTree>
    <p:extLst>
      <p:ext uri="{BB962C8B-B14F-4D97-AF65-F5344CB8AC3E}">
        <p14:creationId xmlns:p14="http://schemas.microsoft.com/office/powerpoint/2010/main" val="1970814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cxnSp>
        <p:nvCxnSpPr>
          <p:cNvPr id="20" name="Conector recto de flecha 19">
            <a:extLst>
              <a:ext uri="{FF2B5EF4-FFF2-40B4-BE49-F238E27FC236}">
                <a16:creationId xmlns:a16="http://schemas.microsoft.com/office/drawing/2014/main" id="{5A96879A-BD84-4008-A25C-2683B96E6CAE}"/>
              </a:ext>
            </a:extLst>
          </p:cNvPr>
          <p:cNvCxnSpPr>
            <a:stCxn id="11" idx="2"/>
            <a:endCxn id="14" idx="0"/>
          </p:cNvCxnSpPr>
          <p:nvPr/>
        </p:nvCxnSpPr>
        <p:spPr>
          <a:xfrm>
            <a:off x="785813" y="4972050"/>
            <a:ext cx="0" cy="523875"/>
          </a:xfrm>
          <a:prstGeom prst="straightConnector1">
            <a:avLst/>
          </a:prstGeom>
          <a:ln w="19050">
            <a:solidFill>
              <a:srgbClr val="007D70"/>
            </a:solidFill>
            <a:prstDash val="solid"/>
            <a:tailEnd type="triangle" w="med" len="med"/>
          </a:ln>
        </p:spPr>
      </p:cxnSp>
      <p:cxnSp>
        <p:nvCxnSpPr>
          <p:cNvPr id="19" name="Conector recto de flecha 18">
            <a:extLst>
              <a:ext uri="{FF2B5EF4-FFF2-40B4-BE49-F238E27FC236}">
                <a16:creationId xmlns:a16="http://schemas.microsoft.com/office/drawing/2014/main" id="{3EF39AB1-89A4-4042-8C55-9873048ED12B}"/>
              </a:ext>
            </a:extLst>
          </p:cNvPr>
          <p:cNvCxnSpPr>
            <a:stCxn id="8" idx="2"/>
            <a:endCxn id="11" idx="0"/>
          </p:cNvCxnSpPr>
          <p:nvPr/>
        </p:nvCxnSpPr>
        <p:spPr>
          <a:xfrm>
            <a:off x="785813" y="3943350"/>
            <a:ext cx="0" cy="523875"/>
          </a:xfrm>
          <a:prstGeom prst="straightConnector1">
            <a:avLst/>
          </a:prstGeom>
          <a:ln w="19050">
            <a:solidFill>
              <a:srgbClr val="007D70"/>
            </a:solidFill>
            <a:prstDash val="solid"/>
            <a:tailEnd type="triangle" w="med" len="med"/>
          </a:ln>
        </p:spPr>
      </p:cxnSp>
      <p:cxnSp>
        <p:nvCxnSpPr>
          <p:cNvPr id="18" name="Conector recto de flecha 17">
            <a:extLst>
              <a:ext uri="{FF2B5EF4-FFF2-40B4-BE49-F238E27FC236}">
                <a16:creationId xmlns:a16="http://schemas.microsoft.com/office/drawing/2014/main" id="{BE0F2278-417D-43A2-8F55-549D601979E7}"/>
              </a:ext>
            </a:extLst>
          </p:cNvPr>
          <p:cNvCxnSpPr>
            <a:stCxn id="5" idx="2"/>
            <a:endCxn id="8" idx="0"/>
          </p:cNvCxnSpPr>
          <p:nvPr/>
        </p:nvCxnSpPr>
        <p:spPr>
          <a:xfrm>
            <a:off x="785813" y="2914650"/>
            <a:ext cx="0" cy="523875"/>
          </a:xfrm>
          <a:prstGeom prst="straightConnector1">
            <a:avLst/>
          </a:prstGeom>
          <a:ln w="19050">
            <a:solidFill>
              <a:srgbClr val="007D70"/>
            </a:solidFill>
            <a:prstDash val="solid"/>
            <a:tailEnd type="triangle" w="med" len="med"/>
          </a:ln>
        </p:spPr>
      </p:cxnSp>
      <p:cxnSp>
        <p:nvCxnSpPr>
          <p:cNvPr id="17" name="Conector recto de flecha 16">
            <a:extLst>
              <a:ext uri="{FF2B5EF4-FFF2-40B4-BE49-F238E27FC236}">
                <a16:creationId xmlns:a16="http://schemas.microsoft.com/office/drawing/2014/main" id="{EABA26CB-EB63-46A8-AE41-D6BCFFE9E01F}"/>
              </a:ext>
            </a:extLst>
          </p:cNvPr>
          <p:cNvCxnSpPr>
            <a:stCxn id="2" idx="2"/>
            <a:endCxn id="5" idx="0"/>
          </p:cNvCxnSpPr>
          <p:nvPr/>
        </p:nvCxnSpPr>
        <p:spPr>
          <a:xfrm>
            <a:off x="785813" y="1885950"/>
            <a:ext cx="0" cy="523875"/>
          </a:xfrm>
          <a:prstGeom prst="straightConnector1">
            <a:avLst/>
          </a:prstGeom>
          <a:ln w="19050">
            <a:solidFill>
              <a:srgbClr val="007D70"/>
            </a:solidFill>
            <a:prstDash val="solid"/>
            <a:tailEnd type="triangle" w="med" len="med"/>
          </a:ln>
        </p:spPr>
      </p:cxnSp>
      <p:sp>
        <p:nvSpPr>
          <p:cNvPr id="24" name="text-27">
            <a:extLst>
              <a:ext uri="{FF2B5EF4-FFF2-40B4-BE49-F238E27FC236}">
                <a16:creationId xmlns:a16="http://schemas.microsoft.com/office/drawing/2014/main" id="{1DBDF1FB-9AD2-4FF9-8D8F-D015883A773C}"/>
              </a:ext>
            </a:extLst>
          </p:cNvPr>
          <p:cNvSpPr>
            <a:spLocks noGrp="1"/>
          </p:cNvSpPr>
          <p:nvPr/>
        </p:nvSpPr>
        <p:spPr>
          <a:xfrm>
            <a:off x="533400" y="409575"/>
            <a:ext cx="11125200" cy="619125"/>
          </a:xfrm>
          <a:prstGeom prst="rect">
            <a:avLst/>
          </a:prstGeom>
          <a:noFill/>
          <a:ln w="0">
            <a:noFill/>
            <a:prstDash val="solid"/>
          </a:ln>
        </p:spPr>
        <p:txBody>
          <a:bodyPr wrap="square" lIns="0" tIns="0" rIns="0" bIns="0" anchor="t">
            <a:noAutofit/>
          </a:bodyPr>
          <a:lstStyle>
            <a:defPPr algn="l">
              <a:defRPr sz="3300" b="1">
                <a:solidFill>
                  <a:srgbClr val="12313F"/>
                </a:solidFill>
                <a:latin typeface="DejaVu Sans"/>
                <a:ea typeface="DejaVu Sans"/>
                <a:cs typeface="DejaVu Sans"/>
              </a:defRPr>
            </a:defPPr>
            <a:lvl1pPr algn="l">
              <a:defRPr sz="3300" b="1">
                <a:solidFill>
                  <a:srgbClr val="12313F"/>
                </a:solidFill>
                <a:latin typeface="DejaVu Sans"/>
                <a:ea typeface="DejaVu Sans"/>
                <a:cs typeface="DejaVu Sans"/>
              </a:defRPr>
            </a:lvl1pPr>
            <a:lvl2pPr algn="l">
              <a:defRPr sz="3300" b="1">
                <a:solidFill>
                  <a:srgbClr val="12313F"/>
                </a:solidFill>
                <a:latin typeface="DejaVu Sans"/>
                <a:ea typeface="DejaVu Sans"/>
                <a:cs typeface="DejaVu Sans"/>
              </a:defRPr>
            </a:lvl2pPr>
            <a:lvl3pPr algn="l">
              <a:defRPr sz="3300" b="1">
                <a:solidFill>
                  <a:srgbClr val="12313F"/>
                </a:solidFill>
                <a:latin typeface="DejaVu Sans"/>
                <a:ea typeface="DejaVu Sans"/>
                <a:cs typeface="DejaVu Sans"/>
              </a:defRPr>
            </a:lvl3pPr>
            <a:lvl4pPr algn="l">
              <a:defRPr sz="3300" b="1">
                <a:solidFill>
                  <a:srgbClr val="12313F"/>
                </a:solidFill>
                <a:latin typeface="DejaVu Sans"/>
                <a:ea typeface="DejaVu Sans"/>
                <a:cs typeface="DejaVu Sans"/>
              </a:defRPr>
            </a:lvl4pPr>
            <a:lvl5pPr algn="l">
              <a:defRPr sz="3300" b="1">
                <a:solidFill>
                  <a:srgbClr val="12313F"/>
                </a:solidFill>
                <a:latin typeface="DejaVu Sans"/>
                <a:ea typeface="DejaVu Sans"/>
                <a:cs typeface="DejaVu Sans"/>
              </a:defRPr>
            </a:lvl5pPr>
            <a:lvl6pPr algn="l">
              <a:defRPr sz="3300" b="1">
                <a:solidFill>
                  <a:srgbClr val="12313F"/>
                </a:solidFill>
                <a:latin typeface="DejaVu Sans"/>
                <a:ea typeface="DejaVu Sans"/>
                <a:cs typeface="DejaVu Sans"/>
              </a:defRPr>
            </a:lvl6pPr>
            <a:lvl7pPr algn="l">
              <a:defRPr sz="3300" b="1">
                <a:solidFill>
                  <a:srgbClr val="12313F"/>
                </a:solidFill>
                <a:latin typeface="DejaVu Sans"/>
                <a:ea typeface="DejaVu Sans"/>
                <a:cs typeface="DejaVu Sans"/>
              </a:defRPr>
            </a:lvl7pPr>
            <a:lvl8pPr algn="l">
              <a:defRPr sz="3300" b="1">
                <a:solidFill>
                  <a:srgbClr val="12313F"/>
                </a:solidFill>
                <a:latin typeface="DejaVu Sans"/>
                <a:ea typeface="DejaVu Sans"/>
                <a:cs typeface="DejaVu Sans"/>
              </a:defRPr>
            </a:lvl8pPr>
            <a:lvl9pPr algn="l">
              <a:defRPr sz="3300" b="1">
                <a:solidFill>
                  <a:srgbClr val="12313F"/>
                </a:solidFill>
                <a:latin typeface="DejaVu Sans"/>
                <a:ea typeface="DejaVu Sans"/>
                <a:cs typeface="DejaVu Sans"/>
              </a:defRPr>
            </a:lvl9pPr>
          </a:lstStyle>
          <a:p>
            <a:pPr algn="l">
              <a:defRPr sz="3300" b="1">
                <a:solidFill>
                  <a:srgbClr val="12313F"/>
                </a:solidFill>
                <a:latin typeface="DejaVu Sans"/>
                <a:ea typeface="DejaVu Sans"/>
                <a:cs typeface="DejaVu Sans"/>
              </a:defRPr>
            </a:pPr>
            <a:r>
              <a:rPr sz="3300" b="1">
                <a:solidFill>
                  <a:srgbClr val="12313F"/>
                </a:solidFill>
                <a:latin typeface="DejaVu Sans"/>
                <a:ea typeface="DejaVu Sans"/>
                <a:cs typeface="DejaVu Sans"/>
              </a:rPr>
              <a:t>Cómo se desarrolló</a:t>
            </a:r>
          </a:p>
        </p:txBody>
      </p:sp>
      <p:sp>
        <p:nvSpPr>
          <p:cNvPr id="2" name="diagram-node-28">
            <a:extLst>
              <a:ext uri="{FF2B5EF4-FFF2-40B4-BE49-F238E27FC236}">
                <a16:creationId xmlns:a16="http://schemas.microsoft.com/office/drawing/2014/main" id="{DB0EE1EE-BF51-4269-B135-72AB52EB37EB}"/>
              </a:ext>
            </a:extLst>
          </p:cNvPr>
          <p:cNvSpPr>
            <a:spLocks noGrp="1"/>
          </p:cNvSpPr>
          <p:nvPr/>
        </p:nvSpPr>
        <p:spPr>
          <a:xfrm>
            <a:off x="533400" y="1381125"/>
            <a:ext cx="504825" cy="504825"/>
          </a:xfrm>
          <a:prstGeom prst="rect">
            <a:avLst/>
          </a:prstGeom>
          <a:solidFill>
            <a:srgbClr val="E0F3EE"/>
          </a:solidFill>
          <a:ln w="9525">
            <a:solidFill>
              <a:srgbClr val="B8DCD3"/>
            </a:solidFill>
            <a:prstDash val="solid"/>
          </a:ln>
        </p:spPr>
        <p:txBody>
          <a:bodyPr wrap="square" lIns="95250" tIns="95250" rIns="95250" bIns="95250" anchor="ctr">
            <a:noAutofit/>
          </a:bodyPr>
          <a:lstStyle>
            <a:defPPr algn="ctr">
              <a:defRPr sz="1875" b="1">
                <a:solidFill>
                  <a:srgbClr val="12313F"/>
                </a:solidFill>
                <a:latin typeface="DejaVu Sans"/>
                <a:ea typeface="DejaVu Sans"/>
                <a:cs typeface="DejaVu Sans"/>
              </a:defRPr>
            </a:defPPr>
            <a:lvl1pPr algn="ctr">
              <a:defRPr sz="1875" b="1">
                <a:solidFill>
                  <a:srgbClr val="12313F"/>
                </a:solidFill>
                <a:latin typeface="DejaVu Sans"/>
                <a:ea typeface="DejaVu Sans"/>
                <a:cs typeface="DejaVu Sans"/>
              </a:defRPr>
            </a:lvl1pPr>
            <a:lvl2pPr algn="ctr">
              <a:defRPr sz="1875" b="1">
                <a:solidFill>
                  <a:srgbClr val="12313F"/>
                </a:solidFill>
                <a:latin typeface="DejaVu Sans"/>
                <a:ea typeface="DejaVu Sans"/>
                <a:cs typeface="DejaVu Sans"/>
              </a:defRPr>
            </a:lvl2pPr>
            <a:lvl3pPr algn="ctr">
              <a:defRPr sz="1875" b="1">
                <a:solidFill>
                  <a:srgbClr val="12313F"/>
                </a:solidFill>
                <a:latin typeface="DejaVu Sans"/>
                <a:ea typeface="DejaVu Sans"/>
                <a:cs typeface="DejaVu Sans"/>
              </a:defRPr>
            </a:lvl3pPr>
            <a:lvl4pPr algn="ctr">
              <a:defRPr sz="1875" b="1">
                <a:solidFill>
                  <a:srgbClr val="12313F"/>
                </a:solidFill>
                <a:latin typeface="DejaVu Sans"/>
                <a:ea typeface="DejaVu Sans"/>
                <a:cs typeface="DejaVu Sans"/>
              </a:defRPr>
            </a:lvl4pPr>
            <a:lvl5pPr algn="ctr">
              <a:defRPr sz="1875" b="1">
                <a:solidFill>
                  <a:srgbClr val="12313F"/>
                </a:solidFill>
                <a:latin typeface="DejaVu Sans"/>
                <a:ea typeface="DejaVu Sans"/>
                <a:cs typeface="DejaVu Sans"/>
              </a:defRPr>
            </a:lvl5pPr>
            <a:lvl6pPr algn="ctr">
              <a:defRPr sz="1875" b="1">
                <a:solidFill>
                  <a:srgbClr val="12313F"/>
                </a:solidFill>
                <a:latin typeface="DejaVu Sans"/>
                <a:ea typeface="DejaVu Sans"/>
                <a:cs typeface="DejaVu Sans"/>
              </a:defRPr>
            </a:lvl6pPr>
            <a:lvl7pPr algn="ctr">
              <a:defRPr sz="1875" b="1">
                <a:solidFill>
                  <a:srgbClr val="12313F"/>
                </a:solidFill>
                <a:latin typeface="DejaVu Sans"/>
                <a:ea typeface="DejaVu Sans"/>
                <a:cs typeface="DejaVu Sans"/>
              </a:defRPr>
            </a:lvl7pPr>
            <a:lvl8pPr algn="ctr">
              <a:defRPr sz="1875" b="1">
                <a:solidFill>
                  <a:srgbClr val="12313F"/>
                </a:solidFill>
                <a:latin typeface="DejaVu Sans"/>
                <a:ea typeface="DejaVu Sans"/>
                <a:cs typeface="DejaVu Sans"/>
              </a:defRPr>
            </a:lvl8pPr>
            <a:lvl9pPr algn="ctr">
              <a:defRPr sz="1875" b="1">
                <a:solidFill>
                  <a:srgbClr val="12313F"/>
                </a:solidFill>
                <a:latin typeface="DejaVu Sans"/>
                <a:ea typeface="DejaVu Sans"/>
                <a:cs typeface="DejaVu Sans"/>
              </a:defRPr>
            </a:lvl9pPr>
          </a:lstStyle>
          <a:p>
            <a:pPr algn="ctr">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1</a:t>
            </a:r>
          </a:p>
        </p:txBody>
      </p:sp>
      <p:sp>
        <p:nvSpPr>
          <p:cNvPr id="3" name="text-29">
            <a:extLst>
              <a:ext uri="{FF2B5EF4-FFF2-40B4-BE49-F238E27FC236}">
                <a16:creationId xmlns:a16="http://schemas.microsoft.com/office/drawing/2014/main" id="{D2A5D4C4-1462-4060-B8BF-EDEFF2B6BECC}"/>
              </a:ext>
            </a:extLst>
          </p:cNvPr>
          <p:cNvSpPr>
            <a:spLocks noGrp="1"/>
          </p:cNvSpPr>
          <p:nvPr/>
        </p:nvSpPr>
        <p:spPr>
          <a:xfrm>
            <a:off x="1257300" y="1362075"/>
            <a:ext cx="3924300" cy="361950"/>
          </a:xfrm>
          <a:prstGeom prst="rect">
            <a:avLst/>
          </a:prstGeom>
          <a:noFill/>
          <a:ln w="0">
            <a:noFill/>
            <a:prstDash val="solid"/>
          </a:ln>
        </p:spPr>
        <p:txBody>
          <a:bodyPr wrap="square" lIns="0" tIns="0" rIns="0" bIns="0" anchor="t">
            <a:noAutofit/>
          </a:bodyPr>
          <a:lstStyle>
            <a:defPPr algn="l">
              <a:defRPr sz="1875" b="1">
                <a:solidFill>
                  <a:srgbClr val="12313F"/>
                </a:solidFill>
                <a:latin typeface="DejaVu Sans"/>
                <a:ea typeface="DejaVu Sans"/>
                <a:cs typeface="DejaVu Sans"/>
              </a:defRPr>
            </a:defPPr>
            <a:lvl1pPr algn="l">
              <a:defRPr sz="1875" b="1">
                <a:solidFill>
                  <a:srgbClr val="12313F"/>
                </a:solidFill>
                <a:latin typeface="DejaVu Sans"/>
                <a:ea typeface="DejaVu Sans"/>
                <a:cs typeface="DejaVu Sans"/>
              </a:defRPr>
            </a:lvl1pPr>
            <a:lvl2pPr algn="l">
              <a:defRPr sz="1875" b="1">
                <a:solidFill>
                  <a:srgbClr val="12313F"/>
                </a:solidFill>
                <a:latin typeface="DejaVu Sans"/>
                <a:ea typeface="DejaVu Sans"/>
                <a:cs typeface="DejaVu Sans"/>
              </a:defRPr>
            </a:lvl2pPr>
            <a:lvl3pPr algn="l">
              <a:defRPr sz="1875" b="1">
                <a:solidFill>
                  <a:srgbClr val="12313F"/>
                </a:solidFill>
                <a:latin typeface="DejaVu Sans"/>
                <a:ea typeface="DejaVu Sans"/>
                <a:cs typeface="DejaVu Sans"/>
              </a:defRPr>
            </a:lvl3pPr>
            <a:lvl4pPr algn="l">
              <a:defRPr sz="1875" b="1">
                <a:solidFill>
                  <a:srgbClr val="12313F"/>
                </a:solidFill>
                <a:latin typeface="DejaVu Sans"/>
                <a:ea typeface="DejaVu Sans"/>
                <a:cs typeface="DejaVu Sans"/>
              </a:defRPr>
            </a:lvl4pPr>
            <a:lvl5pPr algn="l">
              <a:defRPr sz="1875" b="1">
                <a:solidFill>
                  <a:srgbClr val="12313F"/>
                </a:solidFill>
                <a:latin typeface="DejaVu Sans"/>
                <a:ea typeface="DejaVu Sans"/>
                <a:cs typeface="DejaVu Sans"/>
              </a:defRPr>
            </a:lvl5pPr>
            <a:lvl6pPr algn="l">
              <a:defRPr sz="1875" b="1">
                <a:solidFill>
                  <a:srgbClr val="12313F"/>
                </a:solidFill>
                <a:latin typeface="DejaVu Sans"/>
                <a:ea typeface="DejaVu Sans"/>
                <a:cs typeface="DejaVu Sans"/>
              </a:defRPr>
            </a:lvl6pPr>
            <a:lvl7pPr algn="l">
              <a:defRPr sz="1875" b="1">
                <a:solidFill>
                  <a:srgbClr val="12313F"/>
                </a:solidFill>
                <a:latin typeface="DejaVu Sans"/>
                <a:ea typeface="DejaVu Sans"/>
                <a:cs typeface="DejaVu Sans"/>
              </a:defRPr>
            </a:lvl7pPr>
            <a:lvl8pPr algn="l">
              <a:defRPr sz="1875" b="1">
                <a:solidFill>
                  <a:srgbClr val="12313F"/>
                </a:solidFill>
                <a:latin typeface="DejaVu Sans"/>
                <a:ea typeface="DejaVu Sans"/>
                <a:cs typeface="DejaVu Sans"/>
              </a:defRPr>
            </a:lvl8pPr>
            <a:lvl9pPr algn="l">
              <a:defRPr sz="1875" b="1">
                <a:solidFill>
                  <a:srgbClr val="12313F"/>
                </a:solidFill>
                <a:latin typeface="DejaVu Sans"/>
                <a:ea typeface="DejaVu Sans"/>
                <a:cs typeface="DejaVu Sans"/>
              </a:defRPr>
            </a:lvl9pPr>
          </a:lstStyle>
          <a:p>
            <a:pPr algn="l">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Captura de imágenes</a:t>
            </a:r>
          </a:p>
        </p:txBody>
      </p:sp>
      <p:sp>
        <p:nvSpPr>
          <p:cNvPr id="4" name="text-30">
            <a:extLst>
              <a:ext uri="{FF2B5EF4-FFF2-40B4-BE49-F238E27FC236}">
                <a16:creationId xmlns:a16="http://schemas.microsoft.com/office/drawing/2014/main" id="{BD3CD476-B541-474B-9173-FF7609DE04BE}"/>
              </a:ext>
            </a:extLst>
          </p:cNvPr>
          <p:cNvSpPr>
            <a:spLocks noGrp="1"/>
          </p:cNvSpPr>
          <p:nvPr/>
        </p:nvSpPr>
        <p:spPr>
          <a:xfrm>
            <a:off x="1257300" y="1724025"/>
            <a:ext cx="4000500" cy="542925"/>
          </a:xfrm>
          <a:prstGeom prst="rect">
            <a:avLst/>
          </a:prstGeom>
          <a:noFill/>
          <a:ln w="0">
            <a:noFill/>
            <a:prstDash val="solid"/>
          </a:ln>
        </p:spPr>
        <p:txBody>
          <a:bodyPr wrap="square" lIns="0" tIns="0" rIns="0" bIns="0" anchor="t">
            <a:noAutofit/>
          </a:bodyPr>
          <a:lstStyle>
            <a:defPPr algn="l">
              <a:defRPr sz="1650" b="0">
                <a:solidFill>
                  <a:srgbClr val="536A74"/>
                </a:solidFill>
                <a:latin typeface="DejaVu Sans"/>
                <a:ea typeface="DejaVu Sans"/>
                <a:cs typeface="DejaVu Sans"/>
              </a:defRPr>
            </a:defPPr>
            <a:lvl1pPr algn="l">
              <a:defRPr sz="1650" b="0">
                <a:solidFill>
                  <a:srgbClr val="536A74"/>
                </a:solidFill>
                <a:latin typeface="DejaVu Sans"/>
                <a:ea typeface="DejaVu Sans"/>
                <a:cs typeface="DejaVu Sans"/>
              </a:defRPr>
            </a:lvl1pPr>
            <a:lvl2pPr algn="l">
              <a:defRPr sz="1650" b="0">
                <a:solidFill>
                  <a:srgbClr val="536A74"/>
                </a:solidFill>
                <a:latin typeface="DejaVu Sans"/>
                <a:ea typeface="DejaVu Sans"/>
                <a:cs typeface="DejaVu Sans"/>
              </a:defRPr>
            </a:lvl2pPr>
            <a:lvl3pPr algn="l">
              <a:defRPr sz="1650" b="0">
                <a:solidFill>
                  <a:srgbClr val="536A74"/>
                </a:solidFill>
                <a:latin typeface="DejaVu Sans"/>
                <a:ea typeface="DejaVu Sans"/>
                <a:cs typeface="DejaVu Sans"/>
              </a:defRPr>
            </a:lvl3pPr>
            <a:lvl4pPr algn="l">
              <a:defRPr sz="1650" b="0">
                <a:solidFill>
                  <a:srgbClr val="536A74"/>
                </a:solidFill>
                <a:latin typeface="DejaVu Sans"/>
                <a:ea typeface="DejaVu Sans"/>
                <a:cs typeface="DejaVu Sans"/>
              </a:defRPr>
            </a:lvl4pPr>
            <a:lvl5pPr algn="l">
              <a:defRPr sz="1650" b="0">
                <a:solidFill>
                  <a:srgbClr val="536A74"/>
                </a:solidFill>
                <a:latin typeface="DejaVu Sans"/>
                <a:ea typeface="DejaVu Sans"/>
                <a:cs typeface="DejaVu Sans"/>
              </a:defRPr>
            </a:lvl5pPr>
            <a:lvl6pPr algn="l">
              <a:defRPr sz="1650" b="0">
                <a:solidFill>
                  <a:srgbClr val="536A74"/>
                </a:solidFill>
                <a:latin typeface="DejaVu Sans"/>
                <a:ea typeface="DejaVu Sans"/>
                <a:cs typeface="DejaVu Sans"/>
              </a:defRPr>
            </a:lvl6pPr>
            <a:lvl7pPr algn="l">
              <a:defRPr sz="1650" b="0">
                <a:solidFill>
                  <a:srgbClr val="536A74"/>
                </a:solidFill>
                <a:latin typeface="DejaVu Sans"/>
                <a:ea typeface="DejaVu Sans"/>
                <a:cs typeface="DejaVu Sans"/>
              </a:defRPr>
            </a:lvl7pPr>
            <a:lvl8pPr algn="l">
              <a:defRPr sz="1650" b="0">
                <a:solidFill>
                  <a:srgbClr val="536A74"/>
                </a:solidFill>
                <a:latin typeface="DejaVu Sans"/>
                <a:ea typeface="DejaVu Sans"/>
                <a:cs typeface="DejaVu Sans"/>
              </a:defRPr>
            </a:lvl8pPr>
            <a:lvl9pPr algn="l">
              <a:defRPr sz="1650" b="0">
                <a:solidFill>
                  <a:srgbClr val="536A74"/>
                </a:solidFill>
                <a:latin typeface="DejaVu Sans"/>
                <a:ea typeface="DejaVu Sans"/>
                <a:cs typeface="DejaVu Sans"/>
              </a:defRPr>
            </a:lvl9pPr>
          </a:lstStyle>
          <a:p>
            <a:pPr algn="l">
              <a:defRPr sz="1650" b="0">
                <a:solidFill>
                  <a:srgbClr val="536A74"/>
                </a:solidFill>
                <a:latin typeface="DejaVu Sans"/>
                <a:ea typeface="DejaVu Sans"/>
                <a:cs typeface="DejaVu Sans"/>
              </a:defRPr>
            </a:pPr>
            <a:r>
              <a:rPr sz="1650" b="0">
                <a:solidFill>
                  <a:srgbClr val="536A74"/>
                </a:solidFill>
                <a:latin typeface="DejaVu Sans"/>
                <a:ea typeface="DejaVu Sans"/>
                <a:cs typeface="DejaVu Sans"/>
              </a:rPr>
              <a:t>Webcam de laptop y celular</a:t>
            </a:r>
          </a:p>
        </p:txBody>
      </p:sp>
      <p:sp>
        <p:nvSpPr>
          <p:cNvPr id="5" name="diagram-node-31">
            <a:extLst>
              <a:ext uri="{FF2B5EF4-FFF2-40B4-BE49-F238E27FC236}">
                <a16:creationId xmlns:a16="http://schemas.microsoft.com/office/drawing/2014/main" id="{1CE07F53-9A60-4757-BCB0-50C038103916}"/>
              </a:ext>
            </a:extLst>
          </p:cNvPr>
          <p:cNvSpPr>
            <a:spLocks noGrp="1"/>
          </p:cNvSpPr>
          <p:nvPr/>
        </p:nvSpPr>
        <p:spPr>
          <a:xfrm>
            <a:off x="533400" y="2409825"/>
            <a:ext cx="504825" cy="504825"/>
          </a:xfrm>
          <a:prstGeom prst="rect">
            <a:avLst/>
          </a:prstGeom>
          <a:solidFill>
            <a:srgbClr val="E0F3EE"/>
          </a:solidFill>
          <a:ln w="9525">
            <a:solidFill>
              <a:srgbClr val="B8DCD3"/>
            </a:solidFill>
            <a:prstDash val="solid"/>
          </a:ln>
        </p:spPr>
        <p:txBody>
          <a:bodyPr wrap="square" lIns="95250" tIns="95250" rIns="95250" bIns="95250" anchor="ctr">
            <a:noAutofit/>
          </a:bodyPr>
          <a:lstStyle>
            <a:defPPr algn="ctr">
              <a:defRPr sz="1875" b="1">
                <a:solidFill>
                  <a:srgbClr val="12313F"/>
                </a:solidFill>
                <a:latin typeface="DejaVu Sans"/>
                <a:ea typeface="DejaVu Sans"/>
                <a:cs typeface="DejaVu Sans"/>
              </a:defRPr>
            </a:defPPr>
            <a:lvl1pPr algn="ctr">
              <a:defRPr sz="1875" b="1">
                <a:solidFill>
                  <a:srgbClr val="12313F"/>
                </a:solidFill>
                <a:latin typeface="DejaVu Sans"/>
                <a:ea typeface="DejaVu Sans"/>
                <a:cs typeface="DejaVu Sans"/>
              </a:defRPr>
            </a:lvl1pPr>
            <a:lvl2pPr algn="ctr">
              <a:defRPr sz="1875" b="1">
                <a:solidFill>
                  <a:srgbClr val="12313F"/>
                </a:solidFill>
                <a:latin typeface="DejaVu Sans"/>
                <a:ea typeface="DejaVu Sans"/>
                <a:cs typeface="DejaVu Sans"/>
              </a:defRPr>
            </a:lvl2pPr>
            <a:lvl3pPr algn="ctr">
              <a:defRPr sz="1875" b="1">
                <a:solidFill>
                  <a:srgbClr val="12313F"/>
                </a:solidFill>
                <a:latin typeface="DejaVu Sans"/>
                <a:ea typeface="DejaVu Sans"/>
                <a:cs typeface="DejaVu Sans"/>
              </a:defRPr>
            </a:lvl3pPr>
            <a:lvl4pPr algn="ctr">
              <a:defRPr sz="1875" b="1">
                <a:solidFill>
                  <a:srgbClr val="12313F"/>
                </a:solidFill>
                <a:latin typeface="DejaVu Sans"/>
                <a:ea typeface="DejaVu Sans"/>
                <a:cs typeface="DejaVu Sans"/>
              </a:defRPr>
            </a:lvl4pPr>
            <a:lvl5pPr algn="ctr">
              <a:defRPr sz="1875" b="1">
                <a:solidFill>
                  <a:srgbClr val="12313F"/>
                </a:solidFill>
                <a:latin typeface="DejaVu Sans"/>
                <a:ea typeface="DejaVu Sans"/>
                <a:cs typeface="DejaVu Sans"/>
              </a:defRPr>
            </a:lvl5pPr>
            <a:lvl6pPr algn="ctr">
              <a:defRPr sz="1875" b="1">
                <a:solidFill>
                  <a:srgbClr val="12313F"/>
                </a:solidFill>
                <a:latin typeface="DejaVu Sans"/>
                <a:ea typeface="DejaVu Sans"/>
                <a:cs typeface="DejaVu Sans"/>
              </a:defRPr>
            </a:lvl6pPr>
            <a:lvl7pPr algn="ctr">
              <a:defRPr sz="1875" b="1">
                <a:solidFill>
                  <a:srgbClr val="12313F"/>
                </a:solidFill>
                <a:latin typeface="DejaVu Sans"/>
                <a:ea typeface="DejaVu Sans"/>
                <a:cs typeface="DejaVu Sans"/>
              </a:defRPr>
            </a:lvl7pPr>
            <a:lvl8pPr algn="ctr">
              <a:defRPr sz="1875" b="1">
                <a:solidFill>
                  <a:srgbClr val="12313F"/>
                </a:solidFill>
                <a:latin typeface="DejaVu Sans"/>
                <a:ea typeface="DejaVu Sans"/>
                <a:cs typeface="DejaVu Sans"/>
              </a:defRPr>
            </a:lvl8pPr>
            <a:lvl9pPr algn="ctr">
              <a:defRPr sz="1875" b="1">
                <a:solidFill>
                  <a:srgbClr val="12313F"/>
                </a:solidFill>
                <a:latin typeface="DejaVu Sans"/>
                <a:ea typeface="DejaVu Sans"/>
                <a:cs typeface="DejaVu Sans"/>
              </a:defRPr>
            </a:lvl9pPr>
          </a:lstStyle>
          <a:p>
            <a:pPr algn="ctr">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2</a:t>
            </a:r>
          </a:p>
        </p:txBody>
      </p:sp>
      <p:sp>
        <p:nvSpPr>
          <p:cNvPr id="6" name="text-32">
            <a:extLst>
              <a:ext uri="{FF2B5EF4-FFF2-40B4-BE49-F238E27FC236}">
                <a16:creationId xmlns:a16="http://schemas.microsoft.com/office/drawing/2014/main" id="{16468217-F8E7-4D19-B80C-CB3E6F5FEBF6}"/>
              </a:ext>
            </a:extLst>
          </p:cNvPr>
          <p:cNvSpPr>
            <a:spLocks noGrp="1"/>
          </p:cNvSpPr>
          <p:nvPr/>
        </p:nvSpPr>
        <p:spPr>
          <a:xfrm>
            <a:off x="1257300" y="2390775"/>
            <a:ext cx="3924300" cy="361950"/>
          </a:xfrm>
          <a:prstGeom prst="rect">
            <a:avLst/>
          </a:prstGeom>
          <a:noFill/>
          <a:ln w="0">
            <a:noFill/>
            <a:prstDash val="solid"/>
          </a:ln>
        </p:spPr>
        <p:txBody>
          <a:bodyPr wrap="square" lIns="0" tIns="0" rIns="0" bIns="0" anchor="t">
            <a:noAutofit/>
          </a:bodyPr>
          <a:lstStyle>
            <a:defPPr algn="l">
              <a:defRPr sz="1875" b="1">
                <a:solidFill>
                  <a:srgbClr val="12313F"/>
                </a:solidFill>
                <a:latin typeface="DejaVu Sans"/>
                <a:ea typeface="DejaVu Sans"/>
                <a:cs typeface="DejaVu Sans"/>
              </a:defRPr>
            </a:defPPr>
            <a:lvl1pPr algn="l">
              <a:defRPr sz="1875" b="1">
                <a:solidFill>
                  <a:srgbClr val="12313F"/>
                </a:solidFill>
                <a:latin typeface="DejaVu Sans"/>
                <a:ea typeface="DejaVu Sans"/>
                <a:cs typeface="DejaVu Sans"/>
              </a:defRPr>
            </a:lvl1pPr>
            <a:lvl2pPr algn="l">
              <a:defRPr sz="1875" b="1">
                <a:solidFill>
                  <a:srgbClr val="12313F"/>
                </a:solidFill>
                <a:latin typeface="DejaVu Sans"/>
                <a:ea typeface="DejaVu Sans"/>
                <a:cs typeface="DejaVu Sans"/>
              </a:defRPr>
            </a:lvl2pPr>
            <a:lvl3pPr algn="l">
              <a:defRPr sz="1875" b="1">
                <a:solidFill>
                  <a:srgbClr val="12313F"/>
                </a:solidFill>
                <a:latin typeface="DejaVu Sans"/>
                <a:ea typeface="DejaVu Sans"/>
                <a:cs typeface="DejaVu Sans"/>
              </a:defRPr>
            </a:lvl3pPr>
            <a:lvl4pPr algn="l">
              <a:defRPr sz="1875" b="1">
                <a:solidFill>
                  <a:srgbClr val="12313F"/>
                </a:solidFill>
                <a:latin typeface="DejaVu Sans"/>
                <a:ea typeface="DejaVu Sans"/>
                <a:cs typeface="DejaVu Sans"/>
              </a:defRPr>
            </a:lvl4pPr>
            <a:lvl5pPr algn="l">
              <a:defRPr sz="1875" b="1">
                <a:solidFill>
                  <a:srgbClr val="12313F"/>
                </a:solidFill>
                <a:latin typeface="DejaVu Sans"/>
                <a:ea typeface="DejaVu Sans"/>
                <a:cs typeface="DejaVu Sans"/>
              </a:defRPr>
            </a:lvl5pPr>
            <a:lvl6pPr algn="l">
              <a:defRPr sz="1875" b="1">
                <a:solidFill>
                  <a:srgbClr val="12313F"/>
                </a:solidFill>
                <a:latin typeface="DejaVu Sans"/>
                <a:ea typeface="DejaVu Sans"/>
                <a:cs typeface="DejaVu Sans"/>
              </a:defRPr>
            </a:lvl6pPr>
            <a:lvl7pPr algn="l">
              <a:defRPr sz="1875" b="1">
                <a:solidFill>
                  <a:srgbClr val="12313F"/>
                </a:solidFill>
                <a:latin typeface="DejaVu Sans"/>
                <a:ea typeface="DejaVu Sans"/>
                <a:cs typeface="DejaVu Sans"/>
              </a:defRPr>
            </a:lvl7pPr>
            <a:lvl8pPr algn="l">
              <a:defRPr sz="1875" b="1">
                <a:solidFill>
                  <a:srgbClr val="12313F"/>
                </a:solidFill>
                <a:latin typeface="DejaVu Sans"/>
                <a:ea typeface="DejaVu Sans"/>
                <a:cs typeface="DejaVu Sans"/>
              </a:defRPr>
            </a:lvl8pPr>
            <a:lvl9pPr algn="l">
              <a:defRPr sz="1875" b="1">
                <a:solidFill>
                  <a:srgbClr val="12313F"/>
                </a:solidFill>
                <a:latin typeface="DejaVu Sans"/>
                <a:ea typeface="DejaVu Sans"/>
                <a:cs typeface="DejaVu Sans"/>
              </a:defRPr>
            </a:lvl9pPr>
          </a:lstStyle>
          <a:p>
            <a:pPr algn="l">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Entrenamiento binario</a:t>
            </a:r>
          </a:p>
        </p:txBody>
      </p:sp>
      <p:sp>
        <p:nvSpPr>
          <p:cNvPr id="7" name="text-33">
            <a:extLst>
              <a:ext uri="{FF2B5EF4-FFF2-40B4-BE49-F238E27FC236}">
                <a16:creationId xmlns:a16="http://schemas.microsoft.com/office/drawing/2014/main" id="{F656200F-143C-4ED8-B35E-3D1F66E94DF6}"/>
              </a:ext>
            </a:extLst>
          </p:cNvPr>
          <p:cNvSpPr>
            <a:spLocks noGrp="1"/>
          </p:cNvSpPr>
          <p:nvPr/>
        </p:nvSpPr>
        <p:spPr>
          <a:xfrm>
            <a:off x="1257300" y="2752725"/>
            <a:ext cx="4000500" cy="542925"/>
          </a:xfrm>
          <a:prstGeom prst="rect">
            <a:avLst/>
          </a:prstGeom>
          <a:noFill/>
          <a:ln w="0">
            <a:noFill/>
            <a:prstDash val="solid"/>
          </a:ln>
        </p:spPr>
        <p:txBody>
          <a:bodyPr wrap="square" lIns="0" tIns="0" rIns="0" bIns="0" anchor="t">
            <a:noAutofit/>
          </a:bodyPr>
          <a:lstStyle>
            <a:defPPr algn="l">
              <a:defRPr sz="1650" b="0">
                <a:solidFill>
                  <a:srgbClr val="536A74"/>
                </a:solidFill>
                <a:latin typeface="DejaVu Sans"/>
                <a:ea typeface="DejaVu Sans"/>
                <a:cs typeface="DejaVu Sans"/>
              </a:defRPr>
            </a:defPPr>
            <a:lvl1pPr algn="l">
              <a:defRPr sz="1650" b="0">
                <a:solidFill>
                  <a:srgbClr val="536A74"/>
                </a:solidFill>
                <a:latin typeface="DejaVu Sans"/>
                <a:ea typeface="DejaVu Sans"/>
                <a:cs typeface="DejaVu Sans"/>
              </a:defRPr>
            </a:lvl1pPr>
            <a:lvl2pPr algn="l">
              <a:defRPr sz="1650" b="0">
                <a:solidFill>
                  <a:srgbClr val="536A74"/>
                </a:solidFill>
                <a:latin typeface="DejaVu Sans"/>
                <a:ea typeface="DejaVu Sans"/>
                <a:cs typeface="DejaVu Sans"/>
              </a:defRPr>
            </a:lvl2pPr>
            <a:lvl3pPr algn="l">
              <a:defRPr sz="1650" b="0">
                <a:solidFill>
                  <a:srgbClr val="536A74"/>
                </a:solidFill>
                <a:latin typeface="DejaVu Sans"/>
                <a:ea typeface="DejaVu Sans"/>
                <a:cs typeface="DejaVu Sans"/>
              </a:defRPr>
            </a:lvl3pPr>
            <a:lvl4pPr algn="l">
              <a:defRPr sz="1650" b="0">
                <a:solidFill>
                  <a:srgbClr val="536A74"/>
                </a:solidFill>
                <a:latin typeface="DejaVu Sans"/>
                <a:ea typeface="DejaVu Sans"/>
                <a:cs typeface="DejaVu Sans"/>
              </a:defRPr>
            </a:lvl4pPr>
            <a:lvl5pPr algn="l">
              <a:defRPr sz="1650" b="0">
                <a:solidFill>
                  <a:srgbClr val="536A74"/>
                </a:solidFill>
                <a:latin typeface="DejaVu Sans"/>
                <a:ea typeface="DejaVu Sans"/>
                <a:cs typeface="DejaVu Sans"/>
              </a:defRPr>
            </a:lvl5pPr>
            <a:lvl6pPr algn="l">
              <a:defRPr sz="1650" b="0">
                <a:solidFill>
                  <a:srgbClr val="536A74"/>
                </a:solidFill>
                <a:latin typeface="DejaVu Sans"/>
                <a:ea typeface="DejaVu Sans"/>
                <a:cs typeface="DejaVu Sans"/>
              </a:defRPr>
            </a:lvl6pPr>
            <a:lvl7pPr algn="l">
              <a:defRPr sz="1650" b="0">
                <a:solidFill>
                  <a:srgbClr val="536A74"/>
                </a:solidFill>
                <a:latin typeface="DejaVu Sans"/>
                <a:ea typeface="DejaVu Sans"/>
                <a:cs typeface="DejaVu Sans"/>
              </a:defRPr>
            </a:lvl7pPr>
            <a:lvl8pPr algn="l">
              <a:defRPr sz="1650" b="0">
                <a:solidFill>
                  <a:srgbClr val="536A74"/>
                </a:solidFill>
                <a:latin typeface="DejaVu Sans"/>
                <a:ea typeface="DejaVu Sans"/>
                <a:cs typeface="DejaVu Sans"/>
              </a:defRPr>
            </a:lvl8pPr>
            <a:lvl9pPr algn="l">
              <a:defRPr sz="1650" b="0">
                <a:solidFill>
                  <a:srgbClr val="536A74"/>
                </a:solidFill>
                <a:latin typeface="DejaVu Sans"/>
                <a:ea typeface="DejaVu Sans"/>
                <a:cs typeface="DejaVu Sans"/>
              </a:defRPr>
            </a:lvl9pPr>
          </a:lstStyle>
          <a:p>
            <a:pPr algn="l">
              <a:defRPr sz="1650" b="0">
                <a:solidFill>
                  <a:srgbClr val="536A74"/>
                </a:solidFill>
                <a:latin typeface="DejaVu Sans"/>
                <a:ea typeface="DejaVu Sans"/>
                <a:cs typeface="DejaVu Sans"/>
              </a:defRPr>
            </a:pPr>
            <a:r>
              <a:rPr sz="1650" b="0">
                <a:solidFill>
                  <a:srgbClr val="536A74"/>
                </a:solidFill>
                <a:latin typeface="DejaVu Sans"/>
                <a:ea typeface="DejaVu Sans"/>
                <a:cs typeface="DejaVu Sans"/>
              </a:rPr>
              <a:t>Teachable Machine, clases sí / no</a:t>
            </a:r>
          </a:p>
        </p:txBody>
      </p:sp>
      <p:sp>
        <p:nvSpPr>
          <p:cNvPr id="8" name="diagram-node-34">
            <a:extLst>
              <a:ext uri="{FF2B5EF4-FFF2-40B4-BE49-F238E27FC236}">
                <a16:creationId xmlns:a16="http://schemas.microsoft.com/office/drawing/2014/main" id="{2B4171C5-6A62-4F30-B677-4987F27DEBF6}"/>
              </a:ext>
            </a:extLst>
          </p:cNvPr>
          <p:cNvSpPr>
            <a:spLocks noGrp="1"/>
          </p:cNvSpPr>
          <p:nvPr/>
        </p:nvSpPr>
        <p:spPr>
          <a:xfrm>
            <a:off x="533400" y="3438525"/>
            <a:ext cx="504825" cy="504825"/>
          </a:xfrm>
          <a:prstGeom prst="rect">
            <a:avLst/>
          </a:prstGeom>
          <a:solidFill>
            <a:srgbClr val="E0F3EE"/>
          </a:solidFill>
          <a:ln w="9525">
            <a:solidFill>
              <a:srgbClr val="B8DCD3"/>
            </a:solidFill>
            <a:prstDash val="solid"/>
          </a:ln>
        </p:spPr>
        <p:txBody>
          <a:bodyPr wrap="square" lIns="95250" tIns="95250" rIns="95250" bIns="95250" anchor="ctr">
            <a:noAutofit/>
          </a:bodyPr>
          <a:lstStyle>
            <a:defPPr algn="ctr">
              <a:defRPr sz="1875" b="1">
                <a:solidFill>
                  <a:srgbClr val="12313F"/>
                </a:solidFill>
                <a:latin typeface="DejaVu Sans"/>
                <a:ea typeface="DejaVu Sans"/>
                <a:cs typeface="DejaVu Sans"/>
              </a:defRPr>
            </a:defPPr>
            <a:lvl1pPr algn="ctr">
              <a:defRPr sz="1875" b="1">
                <a:solidFill>
                  <a:srgbClr val="12313F"/>
                </a:solidFill>
                <a:latin typeface="DejaVu Sans"/>
                <a:ea typeface="DejaVu Sans"/>
                <a:cs typeface="DejaVu Sans"/>
              </a:defRPr>
            </a:lvl1pPr>
            <a:lvl2pPr algn="ctr">
              <a:defRPr sz="1875" b="1">
                <a:solidFill>
                  <a:srgbClr val="12313F"/>
                </a:solidFill>
                <a:latin typeface="DejaVu Sans"/>
                <a:ea typeface="DejaVu Sans"/>
                <a:cs typeface="DejaVu Sans"/>
              </a:defRPr>
            </a:lvl2pPr>
            <a:lvl3pPr algn="ctr">
              <a:defRPr sz="1875" b="1">
                <a:solidFill>
                  <a:srgbClr val="12313F"/>
                </a:solidFill>
                <a:latin typeface="DejaVu Sans"/>
                <a:ea typeface="DejaVu Sans"/>
                <a:cs typeface="DejaVu Sans"/>
              </a:defRPr>
            </a:lvl3pPr>
            <a:lvl4pPr algn="ctr">
              <a:defRPr sz="1875" b="1">
                <a:solidFill>
                  <a:srgbClr val="12313F"/>
                </a:solidFill>
                <a:latin typeface="DejaVu Sans"/>
                <a:ea typeface="DejaVu Sans"/>
                <a:cs typeface="DejaVu Sans"/>
              </a:defRPr>
            </a:lvl4pPr>
            <a:lvl5pPr algn="ctr">
              <a:defRPr sz="1875" b="1">
                <a:solidFill>
                  <a:srgbClr val="12313F"/>
                </a:solidFill>
                <a:latin typeface="DejaVu Sans"/>
                <a:ea typeface="DejaVu Sans"/>
                <a:cs typeface="DejaVu Sans"/>
              </a:defRPr>
            </a:lvl5pPr>
            <a:lvl6pPr algn="ctr">
              <a:defRPr sz="1875" b="1">
                <a:solidFill>
                  <a:srgbClr val="12313F"/>
                </a:solidFill>
                <a:latin typeface="DejaVu Sans"/>
                <a:ea typeface="DejaVu Sans"/>
                <a:cs typeface="DejaVu Sans"/>
              </a:defRPr>
            </a:lvl6pPr>
            <a:lvl7pPr algn="ctr">
              <a:defRPr sz="1875" b="1">
                <a:solidFill>
                  <a:srgbClr val="12313F"/>
                </a:solidFill>
                <a:latin typeface="DejaVu Sans"/>
                <a:ea typeface="DejaVu Sans"/>
                <a:cs typeface="DejaVu Sans"/>
              </a:defRPr>
            </a:lvl7pPr>
            <a:lvl8pPr algn="ctr">
              <a:defRPr sz="1875" b="1">
                <a:solidFill>
                  <a:srgbClr val="12313F"/>
                </a:solidFill>
                <a:latin typeface="DejaVu Sans"/>
                <a:ea typeface="DejaVu Sans"/>
                <a:cs typeface="DejaVu Sans"/>
              </a:defRPr>
            </a:lvl8pPr>
            <a:lvl9pPr algn="ctr">
              <a:defRPr sz="1875" b="1">
                <a:solidFill>
                  <a:srgbClr val="12313F"/>
                </a:solidFill>
                <a:latin typeface="DejaVu Sans"/>
                <a:ea typeface="DejaVu Sans"/>
                <a:cs typeface="DejaVu Sans"/>
              </a:defRPr>
            </a:lvl9pPr>
          </a:lstStyle>
          <a:p>
            <a:pPr algn="ctr">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3</a:t>
            </a:r>
          </a:p>
        </p:txBody>
      </p:sp>
      <p:sp>
        <p:nvSpPr>
          <p:cNvPr id="9" name="text-35">
            <a:extLst>
              <a:ext uri="{FF2B5EF4-FFF2-40B4-BE49-F238E27FC236}">
                <a16:creationId xmlns:a16="http://schemas.microsoft.com/office/drawing/2014/main" id="{D3FFBB66-873A-4DA6-99E5-7137B53728D3}"/>
              </a:ext>
            </a:extLst>
          </p:cNvPr>
          <p:cNvSpPr>
            <a:spLocks noGrp="1"/>
          </p:cNvSpPr>
          <p:nvPr/>
        </p:nvSpPr>
        <p:spPr>
          <a:xfrm>
            <a:off x="1257300" y="3419475"/>
            <a:ext cx="3924300" cy="361950"/>
          </a:xfrm>
          <a:prstGeom prst="rect">
            <a:avLst/>
          </a:prstGeom>
          <a:noFill/>
          <a:ln w="0">
            <a:noFill/>
            <a:prstDash val="solid"/>
          </a:ln>
        </p:spPr>
        <p:txBody>
          <a:bodyPr wrap="square" lIns="0" tIns="0" rIns="0" bIns="0" anchor="t">
            <a:noAutofit/>
          </a:bodyPr>
          <a:lstStyle>
            <a:defPPr algn="l">
              <a:defRPr sz="1875" b="1">
                <a:solidFill>
                  <a:srgbClr val="12313F"/>
                </a:solidFill>
                <a:latin typeface="DejaVu Sans"/>
                <a:ea typeface="DejaVu Sans"/>
                <a:cs typeface="DejaVu Sans"/>
              </a:defRPr>
            </a:defPPr>
            <a:lvl1pPr algn="l">
              <a:defRPr sz="1875" b="1">
                <a:solidFill>
                  <a:srgbClr val="12313F"/>
                </a:solidFill>
                <a:latin typeface="DejaVu Sans"/>
                <a:ea typeface="DejaVu Sans"/>
                <a:cs typeface="DejaVu Sans"/>
              </a:defRPr>
            </a:lvl1pPr>
            <a:lvl2pPr algn="l">
              <a:defRPr sz="1875" b="1">
                <a:solidFill>
                  <a:srgbClr val="12313F"/>
                </a:solidFill>
                <a:latin typeface="DejaVu Sans"/>
                <a:ea typeface="DejaVu Sans"/>
                <a:cs typeface="DejaVu Sans"/>
              </a:defRPr>
            </a:lvl2pPr>
            <a:lvl3pPr algn="l">
              <a:defRPr sz="1875" b="1">
                <a:solidFill>
                  <a:srgbClr val="12313F"/>
                </a:solidFill>
                <a:latin typeface="DejaVu Sans"/>
                <a:ea typeface="DejaVu Sans"/>
                <a:cs typeface="DejaVu Sans"/>
              </a:defRPr>
            </a:lvl3pPr>
            <a:lvl4pPr algn="l">
              <a:defRPr sz="1875" b="1">
                <a:solidFill>
                  <a:srgbClr val="12313F"/>
                </a:solidFill>
                <a:latin typeface="DejaVu Sans"/>
                <a:ea typeface="DejaVu Sans"/>
                <a:cs typeface="DejaVu Sans"/>
              </a:defRPr>
            </a:lvl4pPr>
            <a:lvl5pPr algn="l">
              <a:defRPr sz="1875" b="1">
                <a:solidFill>
                  <a:srgbClr val="12313F"/>
                </a:solidFill>
                <a:latin typeface="DejaVu Sans"/>
                <a:ea typeface="DejaVu Sans"/>
                <a:cs typeface="DejaVu Sans"/>
              </a:defRPr>
            </a:lvl5pPr>
            <a:lvl6pPr algn="l">
              <a:defRPr sz="1875" b="1">
                <a:solidFill>
                  <a:srgbClr val="12313F"/>
                </a:solidFill>
                <a:latin typeface="DejaVu Sans"/>
                <a:ea typeface="DejaVu Sans"/>
                <a:cs typeface="DejaVu Sans"/>
              </a:defRPr>
            </a:lvl6pPr>
            <a:lvl7pPr algn="l">
              <a:defRPr sz="1875" b="1">
                <a:solidFill>
                  <a:srgbClr val="12313F"/>
                </a:solidFill>
                <a:latin typeface="DejaVu Sans"/>
                <a:ea typeface="DejaVu Sans"/>
                <a:cs typeface="DejaVu Sans"/>
              </a:defRPr>
            </a:lvl7pPr>
            <a:lvl8pPr algn="l">
              <a:defRPr sz="1875" b="1">
                <a:solidFill>
                  <a:srgbClr val="12313F"/>
                </a:solidFill>
                <a:latin typeface="DejaVu Sans"/>
                <a:ea typeface="DejaVu Sans"/>
                <a:cs typeface="DejaVu Sans"/>
              </a:defRPr>
            </a:lvl8pPr>
            <a:lvl9pPr algn="l">
              <a:defRPr sz="1875" b="1">
                <a:solidFill>
                  <a:srgbClr val="12313F"/>
                </a:solidFill>
                <a:latin typeface="DejaVu Sans"/>
                <a:ea typeface="DejaVu Sans"/>
                <a:cs typeface="DejaVu Sans"/>
              </a:defRPr>
            </a:lvl9pPr>
          </a:lstStyle>
          <a:p>
            <a:pPr algn="l">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Exportación de modelos</a:t>
            </a:r>
          </a:p>
        </p:txBody>
      </p:sp>
      <p:sp>
        <p:nvSpPr>
          <p:cNvPr id="10" name="text-36">
            <a:extLst>
              <a:ext uri="{FF2B5EF4-FFF2-40B4-BE49-F238E27FC236}">
                <a16:creationId xmlns:a16="http://schemas.microsoft.com/office/drawing/2014/main" id="{CFE49F60-9605-415B-9F94-48A1A906FD4D}"/>
              </a:ext>
            </a:extLst>
          </p:cNvPr>
          <p:cNvSpPr>
            <a:spLocks noGrp="1"/>
          </p:cNvSpPr>
          <p:nvPr/>
        </p:nvSpPr>
        <p:spPr>
          <a:xfrm>
            <a:off x="1257300" y="3781425"/>
            <a:ext cx="4000500" cy="542925"/>
          </a:xfrm>
          <a:prstGeom prst="rect">
            <a:avLst/>
          </a:prstGeom>
          <a:noFill/>
          <a:ln w="0">
            <a:noFill/>
            <a:prstDash val="solid"/>
          </a:ln>
        </p:spPr>
        <p:txBody>
          <a:bodyPr wrap="square" lIns="0" tIns="0" rIns="0" bIns="0" anchor="t">
            <a:noAutofit/>
          </a:bodyPr>
          <a:lstStyle>
            <a:defPPr algn="l">
              <a:defRPr sz="1650" b="0">
                <a:solidFill>
                  <a:srgbClr val="536A74"/>
                </a:solidFill>
                <a:latin typeface="DejaVu Sans"/>
                <a:ea typeface="DejaVu Sans"/>
                <a:cs typeface="DejaVu Sans"/>
              </a:defRPr>
            </a:defPPr>
            <a:lvl1pPr algn="l">
              <a:defRPr sz="1650" b="0">
                <a:solidFill>
                  <a:srgbClr val="536A74"/>
                </a:solidFill>
                <a:latin typeface="DejaVu Sans"/>
                <a:ea typeface="DejaVu Sans"/>
                <a:cs typeface="DejaVu Sans"/>
              </a:defRPr>
            </a:lvl1pPr>
            <a:lvl2pPr algn="l">
              <a:defRPr sz="1650" b="0">
                <a:solidFill>
                  <a:srgbClr val="536A74"/>
                </a:solidFill>
                <a:latin typeface="DejaVu Sans"/>
                <a:ea typeface="DejaVu Sans"/>
                <a:cs typeface="DejaVu Sans"/>
              </a:defRPr>
            </a:lvl2pPr>
            <a:lvl3pPr algn="l">
              <a:defRPr sz="1650" b="0">
                <a:solidFill>
                  <a:srgbClr val="536A74"/>
                </a:solidFill>
                <a:latin typeface="DejaVu Sans"/>
                <a:ea typeface="DejaVu Sans"/>
                <a:cs typeface="DejaVu Sans"/>
              </a:defRPr>
            </a:lvl3pPr>
            <a:lvl4pPr algn="l">
              <a:defRPr sz="1650" b="0">
                <a:solidFill>
                  <a:srgbClr val="536A74"/>
                </a:solidFill>
                <a:latin typeface="DejaVu Sans"/>
                <a:ea typeface="DejaVu Sans"/>
                <a:cs typeface="DejaVu Sans"/>
              </a:defRPr>
            </a:lvl4pPr>
            <a:lvl5pPr algn="l">
              <a:defRPr sz="1650" b="0">
                <a:solidFill>
                  <a:srgbClr val="536A74"/>
                </a:solidFill>
                <a:latin typeface="DejaVu Sans"/>
                <a:ea typeface="DejaVu Sans"/>
                <a:cs typeface="DejaVu Sans"/>
              </a:defRPr>
            </a:lvl5pPr>
            <a:lvl6pPr algn="l">
              <a:defRPr sz="1650" b="0">
                <a:solidFill>
                  <a:srgbClr val="536A74"/>
                </a:solidFill>
                <a:latin typeface="DejaVu Sans"/>
                <a:ea typeface="DejaVu Sans"/>
                <a:cs typeface="DejaVu Sans"/>
              </a:defRPr>
            </a:lvl6pPr>
            <a:lvl7pPr algn="l">
              <a:defRPr sz="1650" b="0">
                <a:solidFill>
                  <a:srgbClr val="536A74"/>
                </a:solidFill>
                <a:latin typeface="DejaVu Sans"/>
                <a:ea typeface="DejaVu Sans"/>
                <a:cs typeface="DejaVu Sans"/>
              </a:defRPr>
            </a:lvl7pPr>
            <a:lvl8pPr algn="l">
              <a:defRPr sz="1650" b="0">
                <a:solidFill>
                  <a:srgbClr val="536A74"/>
                </a:solidFill>
                <a:latin typeface="DejaVu Sans"/>
                <a:ea typeface="DejaVu Sans"/>
                <a:cs typeface="DejaVu Sans"/>
              </a:defRPr>
            </a:lvl8pPr>
            <a:lvl9pPr algn="l">
              <a:defRPr sz="1650" b="0">
                <a:solidFill>
                  <a:srgbClr val="536A74"/>
                </a:solidFill>
                <a:latin typeface="DejaVu Sans"/>
                <a:ea typeface="DejaVu Sans"/>
                <a:cs typeface="DejaVu Sans"/>
              </a:defRPr>
            </a:lvl9pPr>
          </a:lstStyle>
          <a:p>
            <a:pPr algn="l">
              <a:defRPr sz="1650" b="0">
                <a:solidFill>
                  <a:srgbClr val="536A74"/>
                </a:solidFill>
                <a:latin typeface="DejaVu Sans"/>
                <a:ea typeface="DejaVu Sans"/>
                <a:cs typeface="DejaVu Sans"/>
              </a:defRPr>
            </a:pPr>
            <a:r>
              <a:rPr sz="1650" b="0">
                <a:solidFill>
                  <a:srgbClr val="536A74"/>
                </a:solidFill>
                <a:latin typeface="DejaVu Sans"/>
                <a:ea typeface="DejaVu Sans"/>
                <a:cs typeface="DejaVu Sans"/>
              </a:rPr>
              <a:t>Keras .h5</a:t>
            </a:r>
          </a:p>
        </p:txBody>
      </p:sp>
      <p:sp>
        <p:nvSpPr>
          <p:cNvPr id="11" name="diagram-node-37">
            <a:extLst>
              <a:ext uri="{FF2B5EF4-FFF2-40B4-BE49-F238E27FC236}">
                <a16:creationId xmlns:a16="http://schemas.microsoft.com/office/drawing/2014/main" id="{3739573B-E505-4A9D-AD3C-0C47A636E312}"/>
              </a:ext>
            </a:extLst>
          </p:cNvPr>
          <p:cNvSpPr>
            <a:spLocks noGrp="1"/>
          </p:cNvSpPr>
          <p:nvPr/>
        </p:nvSpPr>
        <p:spPr>
          <a:xfrm>
            <a:off x="533400" y="4467225"/>
            <a:ext cx="504825" cy="504825"/>
          </a:xfrm>
          <a:prstGeom prst="rect">
            <a:avLst/>
          </a:prstGeom>
          <a:solidFill>
            <a:srgbClr val="E0F3EE"/>
          </a:solidFill>
          <a:ln w="9525">
            <a:solidFill>
              <a:srgbClr val="B8DCD3"/>
            </a:solidFill>
            <a:prstDash val="solid"/>
          </a:ln>
        </p:spPr>
        <p:txBody>
          <a:bodyPr wrap="square" lIns="95250" tIns="95250" rIns="95250" bIns="95250" anchor="ctr">
            <a:noAutofit/>
          </a:bodyPr>
          <a:lstStyle>
            <a:defPPr algn="ctr">
              <a:defRPr sz="1875" b="1">
                <a:solidFill>
                  <a:srgbClr val="12313F"/>
                </a:solidFill>
                <a:latin typeface="DejaVu Sans"/>
                <a:ea typeface="DejaVu Sans"/>
                <a:cs typeface="DejaVu Sans"/>
              </a:defRPr>
            </a:defPPr>
            <a:lvl1pPr algn="ctr">
              <a:defRPr sz="1875" b="1">
                <a:solidFill>
                  <a:srgbClr val="12313F"/>
                </a:solidFill>
                <a:latin typeface="DejaVu Sans"/>
                <a:ea typeface="DejaVu Sans"/>
                <a:cs typeface="DejaVu Sans"/>
              </a:defRPr>
            </a:lvl1pPr>
            <a:lvl2pPr algn="ctr">
              <a:defRPr sz="1875" b="1">
                <a:solidFill>
                  <a:srgbClr val="12313F"/>
                </a:solidFill>
                <a:latin typeface="DejaVu Sans"/>
                <a:ea typeface="DejaVu Sans"/>
                <a:cs typeface="DejaVu Sans"/>
              </a:defRPr>
            </a:lvl2pPr>
            <a:lvl3pPr algn="ctr">
              <a:defRPr sz="1875" b="1">
                <a:solidFill>
                  <a:srgbClr val="12313F"/>
                </a:solidFill>
                <a:latin typeface="DejaVu Sans"/>
                <a:ea typeface="DejaVu Sans"/>
                <a:cs typeface="DejaVu Sans"/>
              </a:defRPr>
            </a:lvl3pPr>
            <a:lvl4pPr algn="ctr">
              <a:defRPr sz="1875" b="1">
                <a:solidFill>
                  <a:srgbClr val="12313F"/>
                </a:solidFill>
                <a:latin typeface="DejaVu Sans"/>
                <a:ea typeface="DejaVu Sans"/>
                <a:cs typeface="DejaVu Sans"/>
              </a:defRPr>
            </a:lvl4pPr>
            <a:lvl5pPr algn="ctr">
              <a:defRPr sz="1875" b="1">
                <a:solidFill>
                  <a:srgbClr val="12313F"/>
                </a:solidFill>
                <a:latin typeface="DejaVu Sans"/>
                <a:ea typeface="DejaVu Sans"/>
                <a:cs typeface="DejaVu Sans"/>
              </a:defRPr>
            </a:lvl5pPr>
            <a:lvl6pPr algn="ctr">
              <a:defRPr sz="1875" b="1">
                <a:solidFill>
                  <a:srgbClr val="12313F"/>
                </a:solidFill>
                <a:latin typeface="DejaVu Sans"/>
                <a:ea typeface="DejaVu Sans"/>
                <a:cs typeface="DejaVu Sans"/>
              </a:defRPr>
            </a:lvl6pPr>
            <a:lvl7pPr algn="ctr">
              <a:defRPr sz="1875" b="1">
                <a:solidFill>
                  <a:srgbClr val="12313F"/>
                </a:solidFill>
                <a:latin typeface="DejaVu Sans"/>
                <a:ea typeface="DejaVu Sans"/>
                <a:cs typeface="DejaVu Sans"/>
              </a:defRPr>
            </a:lvl7pPr>
            <a:lvl8pPr algn="ctr">
              <a:defRPr sz="1875" b="1">
                <a:solidFill>
                  <a:srgbClr val="12313F"/>
                </a:solidFill>
                <a:latin typeface="DejaVu Sans"/>
                <a:ea typeface="DejaVu Sans"/>
                <a:cs typeface="DejaVu Sans"/>
              </a:defRPr>
            </a:lvl8pPr>
            <a:lvl9pPr algn="ctr">
              <a:defRPr sz="1875" b="1">
                <a:solidFill>
                  <a:srgbClr val="12313F"/>
                </a:solidFill>
                <a:latin typeface="DejaVu Sans"/>
                <a:ea typeface="DejaVu Sans"/>
                <a:cs typeface="DejaVu Sans"/>
              </a:defRPr>
            </a:lvl9pPr>
          </a:lstStyle>
          <a:p>
            <a:pPr algn="ctr">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4</a:t>
            </a:r>
          </a:p>
        </p:txBody>
      </p:sp>
      <p:sp>
        <p:nvSpPr>
          <p:cNvPr id="12" name="text-38">
            <a:extLst>
              <a:ext uri="{FF2B5EF4-FFF2-40B4-BE49-F238E27FC236}">
                <a16:creationId xmlns:a16="http://schemas.microsoft.com/office/drawing/2014/main" id="{E5BE45CE-EBDE-4F32-8957-28F36A42211E}"/>
              </a:ext>
            </a:extLst>
          </p:cNvPr>
          <p:cNvSpPr>
            <a:spLocks noGrp="1"/>
          </p:cNvSpPr>
          <p:nvPr/>
        </p:nvSpPr>
        <p:spPr>
          <a:xfrm>
            <a:off x="1257300" y="4448175"/>
            <a:ext cx="3924300" cy="361950"/>
          </a:xfrm>
          <a:prstGeom prst="rect">
            <a:avLst/>
          </a:prstGeom>
          <a:noFill/>
          <a:ln w="0">
            <a:noFill/>
            <a:prstDash val="solid"/>
          </a:ln>
        </p:spPr>
        <p:txBody>
          <a:bodyPr wrap="square" lIns="0" tIns="0" rIns="0" bIns="0" anchor="t">
            <a:noAutofit/>
          </a:bodyPr>
          <a:lstStyle>
            <a:defPPr algn="l">
              <a:defRPr sz="1875" b="1">
                <a:solidFill>
                  <a:srgbClr val="12313F"/>
                </a:solidFill>
                <a:latin typeface="DejaVu Sans"/>
                <a:ea typeface="DejaVu Sans"/>
                <a:cs typeface="DejaVu Sans"/>
              </a:defRPr>
            </a:defPPr>
            <a:lvl1pPr algn="l">
              <a:defRPr sz="1875" b="1">
                <a:solidFill>
                  <a:srgbClr val="12313F"/>
                </a:solidFill>
                <a:latin typeface="DejaVu Sans"/>
                <a:ea typeface="DejaVu Sans"/>
                <a:cs typeface="DejaVu Sans"/>
              </a:defRPr>
            </a:lvl1pPr>
            <a:lvl2pPr algn="l">
              <a:defRPr sz="1875" b="1">
                <a:solidFill>
                  <a:srgbClr val="12313F"/>
                </a:solidFill>
                <a:latin typeface="DejaVu Sans"/>
                <a:ea typeface="DejaVu Sans"/>
                <a:cs typeface="DejaVu Sans"/>
              </a:defRPr>
            </a:lvl2pPr>
            <a:lvl3pPr algn="l">
              <a:defRPr sz="1875" b="1">
                <a:solidFill>
                  <a:srgbClr val="12313F"/>
                </a:solidFill>
                <a:latin typeface="DejaVu Sans"/>
                <a:ea typeface="DejaVu Sans"/>
                <a:cs typeface="DejaVu Sans"/>
              </a:defRPr>
            </a:lvl3pPr>
            <a:lvl4pPr algn="l">
              <a:defRPr sz="1875" b="1">
                <a:solidFill>
                  <a:srgbClr val="12313F"/>
                </a:solidFill>
                <a:latin typeface="DejaVu Sans"/>
                <a:ea typeface="DejaVu Sans"/>
                <a:cs typeface="DejaVu Sans"/>
              </a:defRPr>
            </a:lvl4pPr>
            <a:lvl5pPr algn="l">
              <a:defRPr sz="1875" b="1">
                <a:solidFill>
                  <a:srgbClr val="12313F"/>
                </a:solidFill>
                <a:latin typeface="DejaVu Sans"/>
                <a:ea typeface="DejaVu Sans"/>
                <a:cs typeface="DejaVu Sans"/>
              </a:defRPr>
            </a:lvl5pPr>
            <a:lvl6pPr algn="l">
              <a:defRPr sz="1875" b="1">
                <a:solidFill>
                  <a:srgbClr val="12313F"/>
                </a:solidFill>
                <a:latin typeface="DejaVu Sans"/>
                <a:ea typeface="DejaVu Sans"/>
                <a:cs typeface="DejaVu Sans"/>
              </a:defRPr>
            </a:lvl6pPr>
            <a:lvl7pPr algn="l">
              <a:defRPr sz="1875" b="1">
                <a:solidFill>
                  <a:srgbClr val="12313F"/>
                </a:solidFill>
                <a:latin typeface="DejaVu Sans"/>
                <a:ea typeface="DejaVu Sans"/>
                <a:cs typeface="DejaVu Sans"/>
              </a:defRPr>
            </a:lvl7pPr>
            <a:lvl8pPr algn="l">
              <a:defRPr sz="1875" b="1">
                <a:solidFill>
                  <a:srgbClr val="12313F"/>
                </a:solidFill>
                <a:latin typeface="DejaVu Sans"/>
                <a:ea typeface="DejaVu Sans"/>
                <a:cs typeface="DejaVu Sans"/>
              </a:defRPr>
            </a:lvl8pPr>
            <a:lvl9pPr algn="l">
              <a:defRPr sz="1875" b="1">
                <a:solidFill>
                  <a:srgbClr val="12313F"/>
                </a:solidFill>
                <a:latin typeface="DejaVu Sans"/>
                <a:ea typeface="DejaVu Sans"/>
                <a:cs typeface="DejaVu Sans"/>
              </a:defRPr>
            </a:lvl9pPr>
          </a:lstStyle>
          <a:p>
            <a:pPr algn="l">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Integración en Python</a:t>
            </a:r>
          </a:p>
        </p:txBody>
      </p:sp>
      <p:sp>
        <p:nvSpPr>
          <p:cNvPr id="13" name="text-39">
            <a:extLst>
              <a:ext uri="{FF2B5EF4-FFF2-40B4-BE49-F238E27FC236}">
                <a16:creationId xmlns:a16="http://schemas.microsoft.com/office/drawing/2014/main" id="{A66E5255-93B7-44EE-8570-BFAD44DF9EE4}"/>
              </a:ext>
            </a:extLst>
          </p:cNvPr>
          <p:cNvSpPr>
            <a:spLocks noGrp="1"/>
          </p:cNvSpPr>
          <p:nvPr/>
        </p:nvSpPr>
        <p:spPr>
          <a:xfrm>
            <a:off x="1257300" y="4810125"/>
            <a:ext cx="4000500" cy="542925"/>
          </a:xfrm>
          <a:prstGeom prst="rect">
            <a:avLst/>
          </a:prstGeom>
          <a:noFill/>
          <a:ln w="0">
            <a:noFill/>
            <a:prstDash val="solid"/>
          </a:ln>
        </p:spPr>
        <p:txBody>
          <a:bodyPr wrap="square" lIns="0" tIns="0" rIns="0" bIns="0" anchor="t">
            <a:noAutofit/>
          </a:bodyPr>
          <a:lstStyle>
            <a:defPPr algn="l">
              <a:defRPr sz="1650" b="0">
                <a:solidFill>
                  <a:srgbClr val="536A74"/>
                </a:solidFill>
                <a:latin typeface="DejaVu Sans"/>
                <a:ea typeface="DejaVu Sans"/>
                <a:cs typeface="DejaVu Sans"/>
              </a:defRPr>
            </a:defPPr>
            <a:lvl1pPr algn="l">
              <a:defRPr sz="1650" b="0">
                <a:solidFill>
                  <a:srgbClr val="536A74"/>
                </a:solidFill>
                <a:latin typeface="DejaVu Sans"/>
                <a:ea typeface="DejaVu Sans"/>
                <a:cs typeface="DejaVu Sans"/>
              </a:defRPr>
            </a:lvl1pPr>
            <a:lvl2pPr algn="l">
              <a:defRPr sz="1650" b="0">
                <a:solidFill>
                  <a:srgbClr val="536A74"/>
                </a:solidFill>
                <a:latin typeface="DejaVu Sans"/>
                <a:ea typeface="DejaVu Sans"/>
                <a:cs typeface="DejaVu Sans"/>
              </a:defRPr>
            </a:lvl2pPr>
            <a:lvl3pPr algn="l">
              <a:defRPr sz="1650" b="0">
                <a:solidFill>
                  <a:srgbClr val="536A74"/>
                </a:solidFill>
                <a:latin typeface="DejaVu Sans"/>
                <a:ea typeface="DejaVu Sans"/>
                <a:cs typeface="DejaVu Sans"/>
              </a:defRPr>
            </a:lvl3pPr>
            <a:lvl4pPr algn="l">
              <a:defRPr sz="1650" b="0">
                <a:solidFill>
                  <a:srgbClr val="536A74"/>
                </a:solidFill>
                <a:latin typeface="DejaVu Sans"/>
                <a:ea typeface="DejaVu Sans"/>
                <a:cs typeface="DejaVu Sans"/>
              </a:defRPr>
            </a:lvl4pPr>
            <a:lvl5pPr algn="l">
              <a:defRPr sz="1650" b="0">
                <a:solidFill>
                  <a:srgbClr val="536A74"/>
                </a:solidFill>
                <a:latin typeface="DejaVu Sans"/>
                <a:ea typeface="DejaVu Sans"/>
                <a:cs typeface="DejaVu Sans"/>
              </a:defRPr>
            </a:lvl5pPr>
            <a:lvl6pPr algn="l">
              <a:defRPr sz="1650" b="0">
                <a:solidFill>
                  <a:srgbClr val="536A74"/>
                </a:solidFill>
                <a:latin typeface="DejaVu Sans"/>
                <a:ea typeface="DejaVu Sans"/>
                <a:cs typeface="DejaVu Sans"/>
              </a:defRPr>
            </a:lvl6pPr>
            <a:lvl7pPr algn="l">
              <a:defRPr sz="1650" b="0">
                <a:solidFill>
                  <a:srgbClr val="536A74"/>
                </a:solidFill>
                <a:latin typeface="DejaVu Sans"/>
                <a:ea typeface="DejaVu Sans"/>
                <a:cs typeface="DejaVu Sans"/>
              </a:defRPr>
            </a:lvl7pPr>
            <a:lvl8pPr algn="l">
              <a:defRPr sz="1650" b="0">
                <a:solidFill>
                  <a:srgbClr val="536A74"/>
                </a:solidFill>
                <a:latin typeface="DejaVu Sans"/>
                <a:ea typeface="DejaVu Sans"/>
                <a:cs typeface="DejaVu Sans"/>
              </a:defRPr>
            </a:lvl8pPr>
            <a:lvl9pPr algn="l">
              <a:defRPr sz="1650" b="0">
                <a:solidFill>
                  <a:srgbClr val="536A74"/>
                </a:solidFill>
                <a:latin typeface="DejaVu Sans"/>
                <a:ea typeface="DejaVu Sans"/>
                <a:cs typeface="DejaVu Sans"/>
              </a:defRPr>
            </a:lvl9pPr>
          </a:lstStyle>
          <a:p>
            <a:pPr algn="l">
              <a:defRPr sz="1650" b="0">
                <a:solidFill>
                  <a:srgbClr val="536A74"/>
                </a:solidFill>
                <a:latin typeface="DejaVu Sans"/>
                <a:ea typeface="DejaVu Sans"/>
                <a:cs typeface="DejaVu Sans"/>
              </a:defRPr>
            </a:pPr>
            <a:r>
              <a:rPr sz="1650" b="0">
                <a:solidFill>
                  <a:srgbClr val="536A74"/>
                </a:solidFill>
                <a:latin typeface="DejaVu Sans"/>
                <a:ea typeface="DejaVu Sans"/>
                <a:cs typeface="DejaVu Sans"/>
              </a:rPr>
              <a:t>Aplicación y reglas por actividad</a:t>
            </a:r>
          </a:p>
        </p:txBody>
      </p:sp>
      <p:sp>
        <p:nvSpPr>
          <p:cNvPr id="14" name="diagram-node-40">
            <a:extLst>
              <a:ext uri="{FF2B5EF4-FFF2-40B4-BE49-F238E27FC236}">
                <a16:creationId xmlns:a16="http://schemas.microsoft.com/office/drawing/2014/main" id="{29E77F39-492D-4A64-8C2A-951865D50CEC}"/>
              </a:ext>
            </a:extLst>
          </p:cNvPr>
          <p:cNvSpPr>
            <a:spLocks noGrp="1"/>
          </p:cNvSpPr>
          <p:nvPr/>
        </p:nvSpPr>
        <p:spPr>
          <a:xfrm>
            <a:off x="533400" y="5495925"/>
            <a:ext cx="504825" cy="504825"/>
          </a:xfrm>
          <a:prstGeom prst="rect">
            <a:avLst/>
          </a:prstGeom>
          <a:solidFill>
            <a:srgbClr val="32E2BF"/>
          </a:solidFill>
          <a:ln w="9525">
            <a:solidFill>
              <a:srgbClr val="32E2BF"/>
            </a:solidFill>
            <a:prstDash val="solid"/>
          </a:ln>
        </p:spPr>
        <p:txBody>
          <a:bodyPr wrap="square" lIns="95250" tIns="95250" rIns="95250" bIns="95250" anchor="ctr">
            <a:noAutofit/>
          </a:bodyPr>
          <a:lstStyle>
            <a:defPPr algn="ctr">
              <a:defRPr sz="1875" b="1">
                <a:solidFill>
                  <a:srgbClr val="0A1E2B"/>
                </a:solidFill>
                <a:latin typeface="DejaVu Sans"/>
                <a:ea typeface="DejaVu Sans"/>
                <a:cs typeface="DejaVu Sans"/>
              </a:defRPr>
            </a:defPPr>
            <a:lvl1pPr algn="ctr">
              <a:defRPr sz="1875" b="1">
                <a:solidFill>
                  <a:srgbClr val="0A1E2B"/>
                </a:solidFill>
                <a:latin typeface="DejaVu Sans"/>
                <a:ea typeface="DejaVu Sans"/>
                <a:cs typeface="DejaVu Sans"/>
              </a:defRPr>
            </a:lvl1pPr>
            <a:lvl2pPr algn="ctr">
              <a:defRPr sz="1875" b="1">
                <a:solidFill>
                  <a:srgbClr val="0A1E2B"/>
                </a:solidFill>
                <a:latin typeface="DejaVu Sans"/>
                <a:ea typeface="DejaVu Sans"/>
                <a:cs typeface="DejaVu Sans"/>
              </a:defRPr>
            </a:lvl2pPr>
            <a:lvl3pPr algn="ctr">
              <a:defRPr sz="1875" b="1">
                <a:solidFill>
                  <a:srgbClr val="0A1E2B"/>
                </a:solidFill>
                <a:latin typeface="DejaVu Sans"/>
                <a:ea typeface="DejaVu Sans"/>
                <a:cs typeface="DejaVu Sans"/>
              </a:defRPr>
            </a:lvl3pPr>
            <a:lvl4pPr algn="ctr">
              <a:defRPr sz="1875" b="1">
                <a:solidFill>
                  <a:srgbClr val="0A1E2B"/>
                </a:solidFill>
                <a:latin typeface="DejaVu Sans"/>
                <a:ea typeface="DejaVu Sans"/>
                <a:cs typeface="DejaVu Sans"/>
              </a:defRPr>
            </a:lvl4pPr>
            <a:lvl5pPr algn="ctr">
              <a:defRPr sz="1875" b="1">
                <a:solidFill>
                  <a:srgbClr val="0A1E2B"/>
                </a:solidFill>
                <a:latin typeface="DejaVu Sans"/>
                <a:ea typeface="DejaVu Sans"/>
                <a:cs typeface="DejaVu Sans"/>
              </a:defRPr>
            </a:lvl5pPr>
            <a:lvl6pPr algn="ctr">
              <a:defRPr sz="1875" b="1">
                <a:solidFill>
                  <a:srgbClr val="0A1E2B"/>
                </a:solidFill>
                <a:latin typeface="DejaVu Sans"/>
                <a:ea typeface="DejaVu Sans"/>
                <a:cs typeface="DejaVu Sans"/>
              </a:defRPr>
            </a:lvl6pPr>
            <a:lvl7pPr algn="ctr">
              <a:defRPr sz="1875" b="1">
                <a:solidFill>
                  <a:srgbClr val="0A1E2B"/>
                </a:solidFill>
                <a:latin typeface="DejaVu Sans"/>
                <a:ea typeface="DejaVu Sans"/>
                <a:cs typeface="DejaVu Sans"/>
              </a:defRPr>
            </a:lvl7pPr>
            <a:lvl8pPr algn="ctr">
              <a:defRPr sz="1875" b="1">
                <a:solidFill>
                  <a:srgbClr val="0A1E2B"/>
                </a:solidFill>
                <a:latin typeface="DejaVu Sans"/>
                <a:ea typeface="DejaVu Sans"/>
                <a:cs typeface="DejaVu Sans"/>
              </a:defRPr>
            </a:lvl8pPr>
            <a:lvl9pPr algn="ctr">
              <a:defRPr sz="1875" b="1">
                <a:solidFill>
                  <a:srgbClr val="0A1E2B"/>
                </a:solidFill>
                <a:latin typeface="DejaVu Sans"/>
                <a:ea typeface="DejaVu Sans"/>
                <a:cs typeface="DejaVu Sans"/>
              </a:defRPr>
            </a:lvl9pPr>
          </a:lstStyle>
          <a:p>
            <a:pPr algn="ctr">
              <a:defRPr sz="1875" b="1">
                <a:solidFill>
                  <a:srgbClr val="0A1E2B"/>
                </a:solidFill>
                <a:latin typeface="DejaVu Sans"/>
                <a:ea typeface="DejaVu Sans"/>
                <a:cs typeface="DejaVu Sans"/>
              </a:defRPr>
            </a:pPr>
            <a:r>
              <a:rPr sz="1875" b="1">
                <a:solidFill>
                  <a:srgbClr val="0A1E2B"/>
                </a:solidFill>
                <a:latin typeface="DejaVu Sans"/>
                <a:ea typeface="DejaVu Sans"/>
                <a:cs typeface="DejaVu Sans"/>
              </a:rPr>
              <a:t>5</a:t>
            </a:r>
          </a:p>
        </p:txBody>
      </p:sp>
      <p:sp>
        <p:nvSpPr>
          <p:cNvPr id="15" name="text-41">
            <a:extLst>
              <a:ext uri="{FF2B5EF4-FFF2-40B4-BE49-F238E27FC236}">
                <a16:creationId xmlns:a16="http://schemas.microsoft.com/office/drawing/2014/main" id="{012E903D-DAAB-4518-B80B-EB51EAC1DBEA}"/>
              </a:ext>
            </a:extLst>
          </p:cNvPr>
          <p:cNvSpPr>
            <a:spLocks noGrp="1"/>
          </p:cNvSpPr>
          <p:nvPr/>
        </p:nvSpPr>
        <p:spPr>
          <a:xfrm>
            <a:off x="1257300" y="5476875"/>
            <a:ext cx="3924300" cy="361950"/>
          </a:xfrm>
          <a:prstGeom prst="rect">
            <a:avLst/>
          </a:prstGeom>
          <a:noFill/>
          <a:ln w="0">
            <a:noFill/>
            <a:prstDash val="solid"/>
          </a:ln>
        </p:spPr>
        <p:txBody>
          <a:bodyPr wrap="square" lIns="0" tIns="0" rIns="0" bIns="0" anchor="t">
            <a:noAutofit/>
          </a:bodyPr>
          <a:lstStyle>
            <a:defPPr algn="l">
              <a:defRPr sz="1875" b="1">
                <a:solidFill>
                  <a:srgbClr val="12313F"/>
                </a:solidFill>
                <a:latin typeface="DejaVu Sans"/>
                <a:ea typeface="DejaVu Sans"/>
                <a:cs typeface="DejaVu Sans"/>
              </a:defRPr>
            </a:defPPr>
            <a:lvl1pPr algn="l">
              <a:defRPr sz="1875" b="1">
                <a:solidFill>
                  <a:srgbClr val="12313F"/>
                </a:solidFill>
                <a:latin typeface="DejaVu Sans"/>
                <a:ea typeface="DejaVu Sans"/>
                <a:cs typeface="DejaVu Sans"/>
              </a:defRPr>
            </a:lvl1pPr>
            <a:lvl2pPr algn="l">
              <a:defRPr sz="1875" b="1">
                <a:solidFill>
                  <a:srgbClr val="12313F"/>
                </a:solidFill>
                <a:latin typeface="DejaVu Sans"/>
                <a:ea typeface="DejaVu Sans"/>
                <a:cs typeface="DejaVu Sans"/>
              </a:defRPr>
            </a:lvl2pPr>
            <a:lvl3pPr algn="l">
              <a:defRPr sz="1875" b="1">
                <a:solidFill>
                  <a:srgbClr val="12313F"/>
                </a:solidFill>
                <a:latin typeface="DejaVu Sans"/>
                <a:ea typeface="DejaVu Sans"/>
                <a:cs typeface="DejaVu Sans"/>
              </a:defRPr>
            </a:lvl3pPr>
            <a:lvl4pPr algn="l">
              <a:defRPr sz="1875" b="1">
                <a:solidFill>
                  <a:srgbClr val="12313F"/>
                </a:solidFill>
                <a:latin typeface="DejaVu Sans"/>
                <a:ea typeface="DejaVu Sans"/>
                <a:cs typeface="DejaVu Sans"/>
              </a:defRPr>
            </a:lvl4pPr>
            <a:lvl5pPr algn="l">
              <a:defRPr sz="1875" b="1">
                <a:solidFill>
                  <a:srgbClr val="12313F"/>
                </a:solidFill>
                <a:latin typeface="DejaVu Sans"/>
                <a:ea typeface="DejaVu Sans"/>
                <a:cs typeface="DejaVu Sans"/>
              </a:defRPr>
            </a:lvl5pPr>
            <a:lvl6pPr algn="l">
              <a:defRPr sz="1875" b="1">
                <a:solidFill>
                  <a:srgbClr val="12313F"/>
                </a:solidFill>
                <a:latin typeface="DejaVu Sans"/>
                <a:ea typeface="DejaVu Sans"/>
                <a:cs typeface="DejaVu Sans"/>
              </a:defRPr>
            </a:lvl6pPr>
            <a:lvl7pPr algn="l">
              <a:defRPr sz="1875" b="1">
                <a:solidFill>
                  <a:srgbClr val="12313F"/>
                </a:solidFill>
                <a:latin typeface="DejaVu Sans"/>
                <a:ea typeface="DejaVu Sans"/>
                <a:cs typeface="DejaVu Sans"/>
              </a:defRPr>
            </a:lvl7pPr>
            <a:lvl8pPr algn="l">
              <a:defRPr sz="1875" b="1">
                <a:solidFill>
                  <a:srgbClr val="12313F"/>
                </a:solidFill>
                <a:latin typeface="DejaVu Sans"/>
                <a:ea typeface="DejaVu Sans"/>
                <a:cs typeface="DejaVu Sans"/>
              </a:defRPr>
            </a:lvl8pPr>
            <a:lvl9pPr algn="l">
              <a:defRPr sz="1875" b="1">
                <a:solidFill>
                  <a:srgbClr val="12313F"/>
                </a:solidFill>
                <a:latin typeface="DejaVu Sans"/>
                <a:ea typeface="DejaVu Sans"/>
                <a:cs typeface="DejaVu Sans"/>
              </a:defRPr>
            </a:lvl9pPr>
          </a:lstStyle>
          <a:p>
            <a:pPr algn="l">
              <a:defRPr sz="1875" b="1">
                <a:solidFill>
                  <a:srgbClr val="12313F"/>
                </a:solidFill>
                <a:latin typeface="DejaVu Sans"/>
                <a:ea typeface="DejaVu Sans"/>
                <a:cs typeface="DejaVu Sans"/>
              </a:defRPr>
            </a:pPr>
            <a:r>
              <a:rPr sz="1875" b="1">
                <a:solidFill>
                  <a:srgbClr val="12313F"/>
                </a:solidFill>
                <a:latin typeface="DejaVu Sans"/>
                <a:ea typeface="DejaVu Sans"/>
                <a:cs typeface="DejaVu Sans"/>
              </a:rPr>
              <a:t>Verificación en tiempo real</a:t>
            </a:r>
          </a:p>
        </p:txBody>
      </p:sp>
      <p:sp>
        <p:nvSpPr>
          <p:cNvPr id="16" name="text-42">
            <a:extLst>
              <a:ext uri="{FF2B5EF4-FFF2-40B4-BE49-F238E27FC236}">
                <a16:creationId xmlns:a16="http://schemas.microsoft.com/office/drawing/2014/main" id="{6098DE68-C2F1-4099-917B-272773BE1732}"/>
              </a:ext>
            </a:extLst>
          </p:cNvPr>
          <p:cNvSpPr>
            <a:spLocks noGrp="1"/>
          </p:cNvSpPr>
          <p:nvPr/>
        </p:nvSpPr>
        <p:spPr>
          <a:xfrm>
            <a:off x="1257300" y="5838825"/>
            <a:ext cx="4000500" cy="542925"/>
          </a:xfrm>
          <a:prstGeom prst="rect">
            <a:avLst/>
          </a:prstGeom>
          <a:noFill/>
          <a:ln w="0">
            <a:noFill/>
            <a:prstDash val="solid"/>
          </a:ln>
        </p:spPr>
        <p:txBody>
          <a:bodyPr wrap="square" lIns="0" tIns="0" rIns="0" bIns="0" anchor="t">
            <a:noAutofit/>
          </a:bodyPr>
          <a:lstStyle>
            <a:defPPr algn="l">
              <a:defRPr sz="1650" b="0">
                <a:solidFill>
                  <a:srgbClr val="536A74"/>
                </a:solidFill>
                <a:latin typeface="DejaVu Sans"/>
                <a:ea typeface="DejaVu Sans"/>
                <a:cs typeface="DejaVu Sans"/>
              </a:defRPr>
            </a:defPPr>
            <a:lvl1pPr algn="l">
              <a:defRPr sz="1650" b="0">
                <a:solidFill>
                  <a:srgbClr val="536A74"/>
                </a:solidFill>
                <a:latin typeface="DejaVu Sans"/>
                <a:ea typeface="DejaVu Sans"/>
                <a:cs typeface="DejaVu Sans"/>
              </a:defRPr>
            </a:lvl1pPr>
            <a:lvl2pPr algn="l">
              <a:defRPr sz="1650" b="0">
                <a:solidFill>
                  <a:srgbClr val="536A74"/>
                </a:solidFill>
                <a:latin typeface="DejaVu Sans"/>
                <a:ea typeface="DejaVu Sans"/>
                <a:cs typeface="DejaVu Sans"/>
              </a:defRPr>
            </a:lvl2pPr>
            <a:lvl3pPr algn="l">
              <a:defRPr sz="1650" b="0">
                <a:solidFill>
                  <a:srgbClr val="536A74"/>
                </a:solidFill>
                <a:latin typeface="DejaVu Sans"/>
                <a:ea typeface="DejaVu Sans"/>
                <a:cs typeface="DejaVu Sans"/>
              </a:defRPr>
            </a:lvl3pPr>
            <a:lvl4pPr algn="l">
              <a:defRPr sz="1650" b="0">
                <a:solidFill>
                  <a:srgbClr val="536A74"/>
                </a:solidFill>
                <a:latin typeface="DejaVu Sans"/>
                <a:ea typeface="DejaVu Sans"/>
                <a:cs typeface="DejaVu Sans"/>
              </a:defRPr>
            </a:lvl4pPr>
            <a:lvl5pPr algn="l">
              <a:defRPr sz="1650" b="0">
                <a:solidFill>
                  <a:srgbClr val="536A74"/>
                </a:solidFill>
                <a:latin typeface="DejaVu Sans"/>
                <a:ea typeface="DejaVu Sans"/>
                <a:cs typeface="DejaVu Sans"/>
              </a:defRPr>
            </a:lvl5pPr>
            <a:lvl6pPr algn="l">
              <a:defRPr sz="1650" b="0">
                <a:solidFill>
                  <a:srgbClr val="536A74"/>
                </a:solidFill>
                <a:latin typeface="DejaVu Sans"/>
                <a:ea typeface="DejaVu Sans"/>
                <a:cs typeface="DejaVu Sans"/>
              </a:defRPr>
            </a:lvl6pPr>
            <a:lvl7pPr algn="l">
              <a:defRPr sz="1650" b="0">
                <a:solidFill>
                  <a:srgbClr val="536A74"/>
                </a:solidFill>
                <a:latin typeface="DejaVu Sans"/>
                <a:ea typeface="DejaVu Sans"/>
                <a:cs typeface="DejaVu Sans"/>
              </a:defRPr>
            </a:lvl7pPr>
            <a:lvl8pPr algn="l">
              <a:defRPr sz="1650" b="0">
                <a:solidFill>
                  <a:srgbClr val="536A74"/>
                </a:solidFill>
                <a:latin typeface="DejaVu Sans"/>
                <a:ea typeface="DejaVu Sans"/>
                <a:cs typeface="DejaVu Sans"/>
              </a:defRPr>
            </a:lvl8pPr>
            <a:lvl9pPr algn="l">
              <a:defRPr sz="1650" b="0">
                <a:solidFill>
                  <a:srgbClr val="536A74"/>
                </a:solidFill>
                <a:latin typeface="DejaVu Sans"/>
                <a:ea typeface="DejaVu Sans"/>
                <a:cs typeface="DejaVu Sans"/>
              </a:defRPr>
            </a:lvl9pPr>
          </a:lstStyle>
          <a:p>
            <a:pPr algn="l">
              <a:defRPr sz="1650" b="0">
                <a:solidFill>
                  <a:srgbClr val="536A74"/>
                </a:solidFill>
                <a:latin typeface="DejaVu Sans"/>
                <a:ea typeface="DejaVu Sans"/>
                <a:cs typeface="DejaVu Sans"/>
              </a:defRPr>
            </a:pPr>
            <a:r>
              <a:rPr sz="1650" b="0">
                <a:solidFill>
                  <a:srgbClr val="536A74"/>
                </a:solidFill>
                <a:latin typeface="DejaVu Sans"/>
                <a:ea typeface="DejaVu Sans"/>
                <a:cs typeface="DejaVu Sans"/>
              </a:rPr>
              <a:t>Video, predicciones y alertas</a:t>
            </a:r>
          </a:p>
        </p:txBody>
      </p:sp>
      <p:pic>
        <p:nvPicPr>
          <p:cNvPr id="21" name="Imagen 20">
            <a:extLst>
              <a:ext uri="{FF2B5EF4-FFF2-40B4-BE49-F238E27FC236}">
                <a16:creationId xmlns:a16="http://schemas.microsoft.com/office/drawing/2014/main" id="{7DE16035-E447-4E7A-9694-DCEE5AA01677}"/>
              </a:ext>
            </a:extLst>
          </p:cNvPr>
          <p:cNvPicPr>
            <a:picLocks noChangeAspect="1"/>
          </p:cNvPicPr>
          <p:nvPr/>
        </p:nvPicPr>
        <p:blipFill>
          <a:blip r:embed="rId3"/>
          <a:stretch/>
        </p:blipFill>
        <p:spPr>
          <a:xfrm>
            <a:off x="5430141" y="1504950"/>
            <a:ext cx="6227568" cy="3381375"/>
          </a:xfrm>
          <a:prstGeom prst="rect">
            <a:avLst/>
          </a:prstGeom>
        </p:spPr>
      </p:pic>
      <p:sp>
        <p:nvSpPr>
          <p:cNvPr id="22" name="text-43">
            <a:extLst>
              <a:ext uri="{FF2B5EF4-FFF2-40B4-BE49-F238E27FC236}">
                <a16:creationId xmlns:a16="http://schemas.microsoft.com/office/drawing/2014/main" id="{F37AC81A-3ECC-4291-B817-A429F31A7CD5}"/>
              </a:ext>
            </a:extLst>
          </p:cNvPr>
          <p:cNvSpPr>
            <a:spLocks noGrp="1"/>
          </p:cNvSpPr>
          <p:nvPr/>
        </p:nvSpPr>
        <p:spPr>
          <a:xfrm>
            <a:off x="5648325" y="5143500"/>
            <a:ext cx="5762625" cy="723900"/>
          </a:xfrm>
          <a:prstGeom prst="rect">
            <a:avLst/>
          </a:prstGeom>
          <a:noFill/>
          <a:ln w="0">
            <a:noFill/>
            <a:prstDash val="solid"/>
          </a:ln>
        </p:spPr>
        <p:txBody>
          <a:bodyPr wrap="square" lIns="0" tIns="0" rIns="0" bIns="0" anchor="t">
            <a:noAutofit/>
          </a:bodyPr>
          <a:lstStyle>
            <a:defPPr algn="l">
              <a:defRPr sz="1950" b="1">
                <a:solidFill>
                  <a:srgbClr val="12313F"/>
                </a:solidFill>
                <a:latin typeface="DejaVu Sans"/>
                <a:ea typeface="DejaVu Sans"/>
                <a:cs typeface="DejaVu Sans"/>
              </a:defRPr>
            </a:defPPr>
            <a:lvl1pPr algn="l">
              <a:defRPr sz="1950" b="1">
                <a:solidFill>
                  <a:srgbClr val="12313F"/>
                </a:solidFill>
                <a:latin typeface="DejaVu Sans"/>
                <a:ea typeface="DejaVu Sans"/>
                <a:cs typeface="DejaVu Sans"/>
              </a:defRPr>
            </a:lvl1pPr>
            <a:lvl2pPr algn="l">
              <a:defRPr sz="1950" b="1">
                <a:solidFill>
                  <a:srgbClr val="12313F"/>
                </a:solidFill>
                <a:latin typeface="DejaVu Sans"/>
                <a:ea typeface="DejaVu Sans"/>
                <a:cs typeface="DejaVu Sans"/>
              </a:defRPr>
            </a:lvl2pPr>
            <a:lvl3pPr algn="l">
              <a:defRPr sz="1950" b="1">
                <a:solidFill>
                  <a:srgbClr val="12313F"/>
                </a:solidFill>
                <a:latin typeface="DejaVu Sans"/>
                <a:ea typeface="DejaVu Sans"/>
                <a:cs typeface="DejaVu Sans"/>
              </a:defRPr>
            </a:lvl3pPr>
            <a:lvl4pPr algn="l">
              <a:defRPr sz="1950" b="1">
                <a:solidFill>
                  <a:srgbClr val="12313F"/>
                </a:solidFill>
                <a:latin typeface="DejaVu Sans"/>
                <a:ea typeface="DejaVu Sans"/>
                <a:cs typeface="DejaVu Sans"/>
              </a:defRPr>
            </a:lvl4pPr>
            <a:lvl5pPr algn="l">
              <a:defRPr sz="1950" b="1">
                <a:solidFill>
                  <a:srgbClr val="12313F"/>
                </a:solidFill>
                <a:latin typeface="DejaVu Sans"/>
                <a:ea typeface="DejaVu Sans"/>
                <a:cs typeface="DejaVu Sans"/>
              </a:defRPr>
            </a:lvl5pPr>
            <a:lvl6pPr algn="l">
              <a:defRPr sz="1950" b="1">
                <a:solidFill>
                  <a:srgbClr val="12313F"/>
                </a:solidFill>
                <a:latin typeface="DejaVu Sans"/>
                <a:ea typeface="DejaVu Sans"/>
                <a:cs typeface="DejaVu Sans"/>
              </a:defRPr>
            </a:lvl6pPr>
            <a:lvl7pPr algn="l">
              <a:defRPr sz="1950" b="1">
                <a:solidFill>
                  <a:srgbClr val="12313F"/>
                </a:solidFill>
                <a:latin typeface="DejaVu Sans"/>
                <a:ea typeface="DejaVu Sans"/>
                <a:cs typeface="DejaVu Sans"/>
              </a:defRPr>
            </a:lvl7pPr>
            <a:lvl8pPr algn="l">
              <a:defRPr sz="1950" b="1">
                <a:solidFill>
                  <a:srgbClr val="12313F"/>
                </a:solidFill>
                <a:latin typeface="DejaVu Sans"/>
                <a:ea typeface="DejaVu Sans"/>
                <a:cs typeface="DejaVu Sans"/>
              </a:defRPr>
            </a:lvl8pPr>
            <a:lvl9pPr algn="l">
              <a:defRPr sz="1950" b="1">
                <a:solidFill>
                  <a:srgbClr val="12313F"/>
                </a:solidFill>
                <a:latin typeface="DejaVu Sans"/>
                <a:ea typeface="DejaVu Sans"/>
                <a:cs typeface="DejaVu Sans"/>
              </a:defRPr>
            </a:lvl9pPr>
          </a:lstStyle>
          <a:p>
            <a:pPr algn="l">
              <a:defRPr sz="1950" b="1">
                <a:solidFill>
                  <a:srgbClr val="12313F"/>
                </a:solidFill>
                <a:latin typeface="DejaVu Sans"/>
                <a:ea typeface="DejaVu Sans"/>
                <a:cs typeface="DejaVu Sans"/>
              </a:defRPr>
            </a:pPr>
            <a:r>
              <a:rPr sz="1950" b="1">
                <a:solidFill>
                  <a:srgbClr val="12313F"/>
                </a:solidFill>
                <a:latin typeface="DejaVu Sans"/>
                <a:ea typeface="DejaVu Sans"/>
                <a:cs typeface="DejaVu Sans"/>
              </a:rPr>
              <a:t>Imágenes desde distintos ángulos,</a:t>
            </a:r>
          </a:p>
          <a:p>
            <a:pPr algn="l">
              <a:defRPr sz="1950" b="1">
                <a:solidFill>
                  <a:srgbClr val="12313F"/>
                </a:solidFill>
                <a:latin typeface="DejaVu Sans"/>
                <a:ea typeface="DejaVu Sans"/>
                <a:cs typeface="DejaVu Sans"/>
              </a:defRPr>
            </a:pPr>
            <a:r>
              <a:rPr sz="1950" b="1">
                <a:solidFill>
                  <a:srgbClr val="12313F"/>
                </a:solidFill>
                <a:latin typeface="DejaVu Sans"/>
                <a:ea typeface="DejaVu Sans"/>
                <a:cs typeface="DejaVu Sans"/>
              </a:rPr>
              <a:t>posiciones y distancias</a:t>
            </a:r>
          </a:p>
        </p:txBody>
      </p:sp>
      <p:sp>
        <p:nvSpPr>
          <p:cNvPr id="23" name="text-44">
            <a:extLst>
              <a:ext uri="{FF2B5EF4-FFF2-40B4-BE49-F238E27FC236}">
                <a16:creationId xmlns:a16="http://schemas.microsoft.com/office/drawing/2014/main" id="{C1C7D807-49BC-4024-81C7-B739A02520F9}"/>
              </a:ext>
            </a:extLst>
          </p:cNvPr>
          <p:cNvSpPr>
            <a:spLocks noGrp="1"/>
          </p:cNvSpPr>
          <p:nvPr/>
        </p:nvSpPr>
        <p:spPr>
          <a:xfrm>
            <a:off x="5648325" y="6086475"/>
            <a:ext cx="5762625" cy="323850"/>
          </a:xfrm>
          <a:prstGeom prst="rect">
            <a:avLst/>
          </a:prstGeom>
          <a:noFill/>
          <a:ln w="0">
            <a:noFill/>
            <a:prstDash val="solid"/>
          </a:ln>
        </p:spPr>
        <p:txBody>
          <a:bodyPr wrap="square" lIns="0" tIns="0" rIns="0" bIns="0" anchor="t">
            <a:noAutofit/>
          </a:bodyPr>
          <a:lstStyle>
            <a:defPPr algn="l">
              <a:defRPr sz="1725" b="0">
                <a:solidFill>
                  <a:srgbClr val="007D70"/>
                </a:solidFill>
                <a:latin typeface="DejaVu Sans"/>
                <a:ea typeface="DejaVu Sans"/>
                <a:cs typeface="DejaVu Sans"/>
              </a:defRPr>
            </a:defPPr>
            <a:lvl1pPr algn="l">
              <a:defRPr sz="1725" b="0">
                <a:solidFill>
                  <a:srgbClr val="007D70"/>
                </a:solidFill>
                <a:latin typeface="DejaVu Sans"/>
                <a:ea typeface="DejaVu Sans"/>
                <a:cs typeface="DejaVu Sans"/>
              </a:defRPr>
            </a:lvl1pPr>
            <a:lvl2pPr algn="l">
              <a:defRPr sz="1725" b="0">
                <a:solidFill>
                  <a:srgbClr val="007D70"/>
                </a:solidFill>
                <a:latin typeface="DejaVu Sans"/>
                <a:ea typeface="DejaVu Sans"/>
                <a:cs typeface="DejaVu Sans"/>
              </a:defRPr>
            </a:lvl2pPr>
            <a:lvl3pPr algn="l">
              <a:defRPr sz="1725" b="0">
                <a:solidFill>
                  <a:srgbClr val="007D70"/>
                </a:solidFill>
                <a:latin typeface="DejaVu Sans"/>
                <a:ea typeface="DejaVu Sans"/>
                <a:cs typeface="DejaVu Sans"/>
              </a:defRPr>
            </a:lvl3pPr>
            <a:lvl4pPr algn="l">
              <a:defRPr sz="1725" b="0">
                <a:solidFill>
                  <a:srgbClr val="007D70"/>
                </a:solidFill>
                <a:latin typeface="DejaVu Sans"/>
                <a:ea typeface="DejaVu Sans"/>
                <a:cs typeface="DejaVu Sans"/>
              </a:defRPr>
            </a:lvl4pPr>
            <a:lvl5pPr algn="l">
              <a:defRPr sz="1725" b="0">
                <a:solidFill>
                  <a:srgbClr val="007D70"/>
                </a:solidFill>
                <a:latin typeface="DejaVu Sans"/>
                <a:ea typeface="DejaVu Sans"/>
                <a:cs typeface="DejaVu Sans"/>
              </a:defRPr>
            </a:lvl5pPr>
            <a:lvl6pPr algn="l">
              <a:defRPr sz="1725" b="0">
                <a:solidFill>
                  <a:srgbClr val="007D70"/>
                </a:solidFill>
                <a:latin typeface="DejaVu Sans"/>
                <a:ea typeface="DejaVu Sans"/>
                <a:cs typeface="DejaVu Sans"/>
              </a:defRPr>
            </a:lvl6pPr>
            <a:lvl7pPr algn="l">
              <a:defRPr sz="1725" b="0">
                <a:solidFill>
                  <a:srgbClr val="007D70"/>
                </a:solidFill>
                <a:latin typeface="DejaVu Sans"/>
                <a:ea typeface="DejaVu Sans"/>
                <a:cs typeface="DejaVu Sans"/>
              </a:defRPr>
            </a:lvl7pPr>
            <a:lvl8pPr algn="l">
              <a:defRPr sz="1725" b="0">
                <a:solidFill>
                  <a:srgbClr val="007D70"/>
                </a:solidFill>
                <a:latin typeface="DejaVu Sans"/>
                <a:ea typeface="DejaVu Sans"/>
                <a:cs typeface="DejaVu Sans"/>
              </a:defRPr>
            </a:lvl8pPr>
            <a:lvl9pPr algn="l">
              <a:defRPr sz="1725" b="0">
                <a:solidFill>
                  <a:srgbClr val="007D70"/>
                </a:solidFill>
                <a:latin typeface="DejaVu Sans"/>
                <a:ea typeface="DejaVu Sans"/>
                <a:cs typeface="DejaVu Sans"/>
              </a:defRPr>
            </a:lvl9pPr>
          </a:lstStyle>
          <a:p>
            <a:pPr algn="l">
              <a:defRPr sz="1725" b="0">
                <a:solidFill>
                  <a:srgbClr val="007D70"/>
                </a:solidFill>
                <a:latin typeface="DejaVu Sans"/>
                <a:ea typeface="DejaVu Sans"/>
                <a:cs typeface="DejaVu Sans"/>
              </a:defRPr>
            </a:pPr>
            <a:r>
              <a:rPr sz="1725" b="0">
                <a:solidFill>
                  <a:srgbClr val="007D70"/>
                </a:solidFill>
                <a:latin typeface="DejaVu Sans"/>
                <a:ea typeface="DejaVu Sans"/>
                <a:cs typeface="DejaVu Sans"/>
              </a:rPr>
              <a:t>Clasificadores binarios independientes</a:t>
            </a:r>
          </a:p>
        </p:txBody>
      </p:sp>
    </p:spTree>
    <p:extLst>
      <p:ext uri="{BB962C8B-B14F-4D97-AF65-F5344CB8AC3E}">
        <p14:creationId xmlns:p14="http://schemas.microsoft.com/office/powerpoint/2010/main" val="18504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E2B"/>
        </a:solidFill>
        <a:effectLst/>
      </p:bgPr>
    </p:bg>
    <p:spTree>
      <p:nvGrpSpPr>
        <p:cNvPr id="1" name=""/>
        <p:cNvGrpSpPr/>
        <p:nvPr/>
      </p:nvGrpSpPr>
      <p:grpSpPr>
        <a:xfrm>
          <a:off x="0" y="0"/>
          <a:ext cx="0" cy="0"/>
          <a:chOff x="0" y="0"/>
          <a:chExt cx="0" cy="0"/>
        </a:xfrm>
      </p:grpSpPr>
      <p:sp>
        <p:nvSpPr>
          <p:cNvPr id="12" name="text-45">
            <a:extLst>
              <a:ext uri="{FF2B5EF4-FFF2-40B4-BE49-F238E27FC236}">
                <a16:creationId xmlns:a16="http://schemas.microsoft.com/office/drawing/2014/main" id="{993AEBB2-3665-4B8B-94CC-784DCE9925A8}"/>
              </a:ext>
            </a:extLst>
          </p:cNvPr>
          <p:cNvSpPr>
            <a:spLocks noGrp="1"/>
          </p:cNvSpPr>
          <p:nvPr/>
        </p:nvSpPr>
        <p:spPr>
          <a:xfrm>
            <a:off x="533400" y="409575"/>
            <a:ext cx="11125200" cy="619125"/>
          </a:xfrm>
          <a:prstGeom prst="rect">
            <a:avLst/>
          </a:prstGeom>
          <a:noFill/>
          <a:ln w="0">
            <a:noFill/>
            <a:prstDash val="solid"/>
          </a:ln>
        </p:spPr>
        <p:txBody>
          <a:bodyPr wrap="square" lIns="0" tIns="0" rIns="0" bIns="0" anchor="t">
            <a:noAutofit/>
          </a:bodyPr>
          <a:lstStyle>
            <a:defPPr algn="l">
              <a:defRPr sz="3300" b="1">
                <a:solidFill>
                  <a:srgbClr val="F5F9FA"/>
                </a:solidFill>
                <a:latin typeface="DejaVu Sans"/>
                <a:ea typeface="DejaVu Sans"/>
                <a:cs typeface="DejaVu Sans"/>
              </a:defRPr>
            </a:defPPr>
            <a:lvl1pPr algn="l">
              <a:defRPr sz="3300" b="1">
                <a:solidFill>
                  <a:srgbClr val="F5F9FA"/>
                </a:solidFill>
                <a:latin typeface="DejaVu Sans"/>
                <a:ea typeface="DejaVu Sans"/>
                <a:cs typeface="DejaVu Sans"/>
              </a:defRPr>
            </a:lvl1pPr>
            <a:lvl2pPr algn="l">
              <a:defRPr sz="3300" b="1">
                <a:solidFill>
                  <a:srgbClr val="F5F9FA"/>
                </a:solidFill>
                <a:latin typeface="DejaVu Sans"/>
                <a:ea typeface="DejaVu Sans"/>
                <a:cs typeface="DejaVu Sans"/>
              </a:defRPr>
            </a:lvl2pPr>
            <a:lvl3pPr algn="l">
              <a:defRPr sz="3300" b="1">
                <a:solidFill>
                  <a:srgbClr val="F5F9FA"/>
                </a:solidFill>
                <a:latin typeface="DejaVu Sans"/>
                <a:ea typeface="DejaVu Sans"/>
                <a:cs typeface="DejaVu Sans"/>
              </a:defRPr>
            </a:lvl3pPr>
            <a:lvl4pPr algn="l">
              <a:defRPr sz="3300" b="1">
                <a:solidFill>
                  <a:srgbClr val="F5F9FA"/>
                </a:solidFill>
                <a:latin typeface="DejaVu Sans"/>
                <a:ea typeface="DejaVu Sans"/>
                <a:cs typeface="DejaVu Sans"/>
              </a:defRPr>
            </a:lvl4pPr>
            <a:lvl5pPr algn="l">
              <a:defRPr sz="3300" b="1">
                <a:solidFill>
                  <a:srgbClr val="F5F9FA"/>
                </a:solidFill>
                <a:latin typeface="DejaVu Sans"/>
                <a:ea typeface="DejaVu Sans"/>
                <a:cs typeface="DejaVu Sans"/>
              </a:defRPr>
            </a:lvl5pPr>
            <a:lvl6pPr algn="l">
              <a:defRPr sz="3300" b="1">
                <a:solidFill>
                  <a:srgbClr val="F5F9FA"/>
                </a:solidFill>
                <a:latin typeface="DejaVu Sans"/>
                <a:ea typeface="DejaVu Sans"/>
                <a:cs typeface="DejaVu Sans"/>
              </a:defRPr>
            </a:lvl6pPr>
            <a:lvl7pPr algn="l">
              <a:defRPr sz="3300" b="1">
                <a:solidFill>
                  <a:srgbClr val="F5F9FA"/>
                </a:solidFill>
                <a:latin typeface="DejaVu Sans"/>
                <a:ea typeface="DejaVu Sans"/>
                <a:cs typeface="DejaVu Sans"/>
              </a:defRPr>
            </a:lvl7pPr>
            <a:lvl8pPr algn="l">
              <a:defRPr sz="3300" b="1">
                <a:solidFill>
                  <a:srgbClr val="F5F9FA"/>
                </a:solidFill>
                <a:latin typeface="DejaVu Sans"/>
                <a:ea typeface="DejaVu Sans"/>
                <a:cs typeface="DejaVu Sans"/>
              </a:defRPr>
            </a:lvl8pPr>
            <a:lvl9pPr algn="l">
              <a:defRPr sz="3300" b="1">
                <a:solidFill>
                  <a:srgbClr val="F5F9FA"/>
                </a:solidFill>
                <a:latin typeface="DejaVu Sans"/>
                <a:ea typeface="DejaVu Sans"/>
                <a:cs typeface="DejaVu Sans"/>
              </a:defRPr>
            </a:lvl9pPr>
          </a:lstStyle>
          <a:p>
            <a:pPr algn="l">
              <a:defRPr sz="3300" b="1">
                <a:solidFill>
                  <a:srgbClr val="F5F9FA"/>
                </a:solidFill>
                <a:latin typeface="DejaVu Sans"/>
                <a:ea typeface="DejaVu Sans"/>
                <a:cs typeface="DejaVu Sans"/>
              </a:defRPr>
            </a:pPr>
            <a:r>
              <a:rPr sz="3300" b="1">
                <a:solidFill>
                  <a:srgbClr val="F5F9FA"/>
                </a:solidFill>
                <a:latin typeface="DejaVu Sans"/>
                <a:ea typeface="DejaVu Sans"/>
                <a:cs typeface="DejaVu Sans"/>
              </a:rPr>
              <a:t>Funcionamiento de SafeVision AI</a:t>
            </a:r>
          </a:p>
        </p:txBody>
      </p:sp>
      <p:sp>
        <p:nvSpPr>
          <p:cNvPr id="2" name="text-46">
            <a:extLst>
              <a:ext uri="{FF2B5EF4-FFF2-40B4-BE49-F238E27FC236}">
                <a16:creationId xmlns:a16="http://schemas.microsoft.com/office/drawing/2014/main" id="{AF06A2B8-1456-42EB-9971-B6627EFA2926}"/>
              </a:ext>
            </a:extLst>
          </p:cNvPr>
          <p:cNvSpPr>
            <a:spLocks noGrp="1"/>
          </p:cNvSpPr>
          <p:nvPr/>
        </p:nvSpPr>
        <p:spPr>
          <a:xfrm>
            <a:off x="533400" y="1200150"/>
            <a:ext cx="4905375" cy="400050"/>
          </a:xfrm>
          <a:prstGeom prst="rect">
            <a:avLst/>
          </a:prstGeom>
          <a:noFill/>
          <a:ln w="0">
            <a:noFill/>
            <a:prstDash val="solid"/>
          </a:ln>
        </p:spPr>
        <p:txBody>
          <a:bodyPr wrap="square" lIns="0" tIns="0" rIns="0" bIns="0" anchor="t">
            <a:noAutofit/>
          </a:bodyPr>
          <a:lstStyle>
            <a:defPPr algn="l">
              <a:defRPr sz="2025" b="1">
                <a:solidFill>
                  <a:srgbClr val="32E2BF"/>
                </a:solidFill>
                <a:latin typeface="DejaVu Sans"/>
                <a:ea typeface="DejaVu Sans"/>
                <a:cs typeface="DejaVu Sans"/>
              </a:defRPr>
            </a:defPPr>
            <a:lvl1pPr algn="l">
              <a:defRPr sz="2025" b="1">
                <a:solidFill>
                  <a:srgbClr val="32E2BF"/>
                </a:solidFill>
                <a:latin typeface="DejaVu Sans"/>
                <a:ea typeface="DejaVu Sans"/>
                <a:cs typeface="DejaVu Sans"/>
              </a:defRPr>
            </a:lvl1pPr>
            <a:lvl2pPr algn="l">
              <a:defRPr sz="2025" b="1">
                <a:solidFill>
                  <a:srgbClr val="32E2BF"/>
                </a:solidFill>
                <a:latin typeface="DejaVu Sans"/>
                <a:ea typeface="DejaVu Sans"/>
                <a:cs typeface="DejaVu Sans"/>
              </a:defRPr>
            </a:lvl2pPr>
            <a:lvl3pPr algn="l">
              <a:defRPr sz="2025" b="1">
                <a:solidFill>
                  <a:srgbClr val="32E2BF"/>
                </a:solidFill>
                <a:latin typeface="DejaVu Sans"/>
                <a:ea typeface="DejaVu Sans"/>
                <a:cs typeface="DejaVu Sans"/>
              </a:defRPr>
            </a:lvl3pPr>
            <a:lvl4pPr algn="l">
              <a:defRPr sz="2025" b="1">
                <a:solidFill>
                  <a:srgbClr val="32E2BF"/>
                </a:solidFill>
                <a:latin typeface="DejaVu Sans"/>
                <a:ea typeface="DejaVu Sans"/>
                <a:cs typeface="DejaVu Sans"/>
              </a:defRPr>
            </a:lvl4pPr>
            <a:lvl5pPr algn="l">
              <a:defRPr sz="2025" b="1">
                <a:solidFill>
                  <a:srgbClr val="32E2BF"/>
                </a:solidFill>
                <a:latin typeface="DejaVu Sans"/>
                <a:ea typeface="DejaVu Sans"/>
                <a:cs typeface="DejaVu Sans"/>
              </a:defRPr>
            </a:lvl5pPr>
            <a:lvl6pPr algn="l">
              <a:defRPr sz="2025" b="1">
                <a:solidFill>
                  <a:srgbClr val="32E2BF"/>
                </a:solidFill>
                <a:latin typeface="DejaVu Sans"/>
                <a:ea typeface="DejaVu Sans"/>
                <a:cs typeface="DejaVu Sans"/>
              </a:defRPr>
            </a:lvl6pPr>
            <a:lvl7pPr algn="l">
              <a:defRPr sz="2025" b="1">
                <a:solidFill>
                  <a:srgbClr val="32E2BF"/>
                </a:solidFill>
                <a:latin typeface="DejaVu Sans"/>
                <a:ea typeface="DejaVu Sans"/>
                <a:cs typeface="DejaVu Sans"/>
              </a:defRPr>
            </a:lvl7pPr>
            <a:lvl8pPr algn="l">
              <a:defRPr sz="2025" b="1">
                <a:solidFill>
                  <a:srgbClr val="32E2BF"/>
                </a:solidFill>
                <a:latin typeface="DejaVu Sans"/>
                <a:ea typeface="DejaVu Sans"/>
                <a:cs typeface="DejaVu Sans"/>
              </a:defRPr>
            </a:lvl8pPr>
            <a:lvl9pPr algn="l">
              <a:defRPr sz="2025" b="1">
                <a:solidFill>
                  <a:srgbClr val="32E2BF"/>
                </a:solidFill>
                <a:latin typeface="DejaVu Sans"/>
                <a:ea typeface="DejaVu Sans"/>
                <a:cs typeface="DejaVu Sans"/>
              </a:defRPr>
            </a:lvl9pPr>
          </a:lstStyle>
          <a:p>
            <a:pPr algn="l">
              <a:defRPr sz="2025" b="1">
                <a:solidFill>
                  <a:srgbClr val="32E2BF"/>
                </a:solidFill>
                <a:latin typeface="DejaVu Sans"/>
                <a:ea typeface="DejaVu Sans"/>
                <a:cs typeface="DejaVu Sans"/>
              </a:defRPr>
            </a:pPr>
            <a:r>
              <a:rPr sz="2025" b="1">
                <a:solidFill>
                  <a:srgbClr val="32E2BF"/>
                </a:solidFill>
                <a:latin typeface="DejaVu Sans"/>
                <a:ea typeface="DejaVu Sans"/>
                <a:cs typeface="DejaVu Sans"/>
              </a:rPr>
              <a:t>Registro con nombre y CI</a:t>
            </a:r>
          </a:p>
        </p:txBody>
      </p:sp>
      <p:sp>
        <p:nvSpPr>
          <p:cNvPr id="3" name="text-47">
            <a:extLst>
              <a:ext uri="{FF2B5EF4-FFF2-40B4-BE49-F238E27FC236}">
                <a16:creationId xmlns:a16="http://schemas.microsoft.com/office/drawing/2014/main" id="{979304BD-DAA0-4E28-A45F-9B29365E96DD}"/>
              </a:ext>
            </a:extLst>
          </p:cNvPr>
          <p:cNvSpPr>
            <a:spLocks noGrp="1"/>
          </p:cNvSpPr>
          <p:nvPr/>
        </p:nvSpPr>
        <p:spPr>
          <a:xfrm>
            <a:off x="6810375" y="1200150"/>
            <a:ext cx="4857750" cy="400050"/>
          </a:xfrm>
          <a:prstGeom prst="rect">
            <a:avLst/>
          </a:prstGeom>
          <a:noFill/>
          <a:ln w="0">
            <a:noFill/>
            <a:prstDash val="solid"/>
          </a:ln>
        </p:spPr>
        <p:txBody>
          <a:bodyPr wrap="square" lIns="0" tIns="0" rIns="0" bIns="0" anchor="t">
            <a:noAutofit/>
          </a:bodyPr>
          <a:lstStyle>
            <a:defPPr algn="l">
              <a:defRPr sz="2025" b="1">
                <a:solidFill>
                  <a:srgbClr val="32E2BF"/>
                </a:solidFill>
                <a:latin typeface="DejaVu Sans"/>
                <a:ea typeface="DejaVu Sans"/>
                <a:cs typeface="DejaVu Sans"/>
              </a:defRPr>
            </a:defPPr>
            <a:lvl1pPr algn="l">
              <a:defRPr sz="2025" b="1">
                <a:solidFill>
                  <a:srgbClr val="32E2BF"/>
                </a:solidFill>
                <a:latin typeface="DejaVu Sans"/>
                <a:ea typeface="DejaVu Sans"/>
                <a:cs typeface="DejaVu Sans"/>
              </a:defRPr>
            </a:lvl1pPr>
            <a:lvl2pPr algn="l">
              <a:defRPr sz="2025" b="1">
                <a:solidFill>
                  <a:srgbClr val="32E2BF"/>
                </a:solidFill>
                <a:latin typeface="DejaVu Sans"/>
                <a:ea typeface="DejaVu Sans"/>
                <a:cs typeface="DejaVu Sans"/>
              </a:defRPr>
            </a:lvl2pPr>
            <a:lvl3pPr algn="l">
              <a:defRPr sz="2025" b="1">
                <a:solidFill>
                  <a:srgbClr val="32E2BF"/>
                </a:solidFill>
                <a:latin typeface="DejaVu Sans"/>
                <a:ea typeface="DejaVu Sans"/>
                <a:cs typeface="DejaVu Sans"/>
              </a:defRPr>
            </a:lvl3pPr>
            <a:lvl4pPr algn="l">
              <a:defRPr sz="2025" b="1">
                <a:solidFill>
                  <a:srgbClr val="32E2BF"/>
                </a:solidFill>
                <a:latin typeface="DejaVu Sans"/>
                <a:ea typeface="DejaVu Sans"/>
                <a:cs typeface="DejaVu Sans"/>
              </a:defRPr>
            </a:lvl4pPr>
            <a:lvl5pPr algn="l">
              <a:defRPr sz="2025" b="1">
                <a:solidFill>
                  <a:srgbClr val="32E2BF"/>
                </a:solidFill>
                <a:latin typeface="DejaVu Sans"/>
                <a:ea typeface="DejaVu Sans"/>
                <a:cs typeface="DejaVu Sans"/>
              </a:defRPr>
            </a:lvl5pPr>
            <a:lvl6pPr algn="l">
              <a:defRPr sz="2025" b="1">
                <a:solidFill>
                  <a:srgbClr val="32E2BF"/>
                </a:solidFill>
                <a:latin typeface="DejaVu Sans"/>
                <a:ea typeface="DejaVu Sans"/>
                <a:cs typeface="DejaVu Sans"/>
              </a:defRPr>
            </a:lvl6pPr>
            <a:lvl7pPr algn="l">
              <a:defRPr sz="2025" b="1">
                <a:solidFill>
                  <a:srgbClr val="32E2BF"/>
                </a:solidFill>
                <a:latin typeface="DejaVu Sans"/>
                <a:ea typeface="DejaVu Sans"/>
                <a:cs typeface="DejaVu Sans"/>
              </a:defRPr>
            </a:lvl7pPr>
            <a:lvl8pPr algn="l">
              <a:defRPr sz="2025" b="1">
                <a:solidFill>
                  <a:srgbClr val="32E2BF"/>
                </a:solidFill>
                <a:latin typeface="DejaVu Sans"/>
                <a:ea typeface="DejaVu Sans"/>
                <a:cs typeface="DejaVu Sans"/>
              </a:defRPr>
            </a:lvl8pPr>
            <a:lvl9pPr algn="l">
              <a:defRPr sz="2025" b="1">
                <a:solidFill>
                  <a:srgbClr val="32E2BF"/>
                </a:solidFill>
                <a:latin typeface="DejaVu Sans"/>
                <a:ea typeface="DejaVu Sans"/>
                <a:cs typeface="DejaVu Sans"/>
              </a:defRPr>
            </a:lvl9pPr>
          </a:lstStyle>
          <a:p>
            <a:pPr algn="l">
              <a:defRPr sz="2025" b="1">
                <a:solidFill>
                  <a:srgbClr val="32E2BF"/>
                </a:solidFill>
                <a:latin typeface="DejaVu Sans"/>
                <a:ea typeface="DejaVu Sans"/>
                <a:cs typeface="DejaVu Sans"/>
              </a:defRPr>
            </a:pPr>
            <a:r>
              <a:rPr sz="2025" b="1">
                <a:solidFill>
                  <a:srgbClr val="32E2BF"/>
                </a:solidFill>
                <a:latin typeface="DejaVu Sans"/>
                <a:ea typeface="DejaVu Sans"/>
                <a:cs typeface="DejaVu Sans"/>
              </a:rPr>
              <a:t>Selección de corte o soldadura</a:t>
            </a:r>
          </a:p>
        </p:txBody>
      </p:sp>
      <p:pic>
        <p:nvPicPr>
          <p:cNvPr id="4" name="Imagen 3">
            <a:extLst>
              <a:ext uri="{FF2B5EF4-FFF2-40B4-BE49-F238E27FC236}">
                <a16:creationId xmlns:a16="http://schemas.microsoft.com/office/drawing/2014/main" id="{FEAE273C-FE66-4E3D-93DB-ECC87330C42C}"/>
              </a:ext>
            </a:extLst>
          </p:cNvPr>
          <p:cNvPicPr>
            <a:picLocks noChangeAspect="1"/>
          </p:cNvPicPr>
          <p:nvPr/>
        </p:nvPicPr>
        <p:blipFill>
          <a:blip r:embed="rId3"/>
          <a:stretch/>
        </p:blipFill>
        <p:spPr>
          <a:xfrm>
            <a:off x="536532" y="1828800"/>
            <a:ext cx="5803986" cy="4505325"/>
          </a:xfrm>
          <a:prstGeom prst="rect">
            <a:avLst/>
          </a:prstGeom>
        </p:spPr>
      </p:pic>
      <p:sp>
        <p:nvSpPr>
          <p:cNvPr id="5" name="text-48">
            <a:extLst>
              <a:ext uri="{FF2B5EF4-FFF2-40B4-BE49-F238E27FC236}">
                <a16:creationId xmlns:a16="http://schemas.microsoft.com/office/drawing/2014/main" id="{527BE534-5F12-4D20-9746-D1EB73DC60FC}"/>
              </a:ext>
            </a:extLst>
          </p:cNvPr>
          <p:cNvSpPr>
            <a:spLocks noGrp="1"/>
          </p:cNvSpPr>
          <p:nvPr/>
        </p:nvSpPr>
        <p:spPr>
          <a:xfrm>
            <a:off x="6810375" y="1952625"/>
            <a:ext cx="4762500" cy="400050"/>
          </a:xfrm>
          <a:prstGeom prst="rect">
            <a:avLst/>
          </a:prstGeom>
          <a:noFill/>
          <a:ln w="0">
            <a:noFill/>
            <a:prstDash val="solid"/>
          </a:ln>
        </p:spPr>
        <p:txBody>
          <a:bodyPr wrap="square" lIns="0" tIns="0" rIns="0" bIns="0" anchor="t">
            <a:noAutofit/>
          </a:bodyPr>
          <a:lstStyle>
            <a:defPPr algn="l">
              <a:defRPr sz="2175" b="1">
                <a:solidFill>
                  <a:srgbClr val="F5F9FA"/>
                </a:solidFill>
                <a:latin typeface="DejaVu Sans"/>
                <a:ea typeface="DejaVu Sans"/>
                <a:cs typeface="DejaVu Sans"/>
              </a:defRPr>
            </a:defPPr>
            <a:lvl1pPr algn="l">
              <a:defRPr sz="2175" b="1">
                <a:solidFill>
                  <a:srgbClr val="F5F9FA"/>
                </a:solidFill>
                <a:latin typeface="DejaVu Sans"/>
                <a:ea typeface="DejaVu Sans"/>
                <a:cs typeface="DejaVu Sans"/>
              </a:defRPr>
            </a:lvl1pPr>
            <a:lvl2pPr algn="l">
              <a:defRPr sz="2175" b="1">
                <a:solidFill>
                  <a:srgbClr val="F5F9FA"/>
                </a:solidFill>
                <a:latin typeface="DejaVu Sans"/>
                <a:ea typeface="DejaVu Sans"/>
                <a:cs typeface="DejaVu Sans"/>
              </a:defRPr>
            </a:lvl2pPr>
            <a:lvl3pPr algn="l">
              <a:defRPr sz="2175" b="1">
                <a:solidFill>
                  <a:srgbClr val="F5F9FA"/>
                </a:solidFill>
                <a:latin typeface="DejaVu Sans"/>
                <a:ea typeface="DejaVu Sans"/>
                <a:cs typeface="DejaVu Sans"/>
              </a:defRPr>
            </a:lvl3pPr>
            <a:lvl4pPr algn="l">
              <a:defRPr sz="2175" b="1">
                <a:solidFill>
                  <a:srgbClr val="F5F9FA"/>
                </a:solidFill>
                <a:latin typeface="DejaVu Sans"/>
                <a:ea typeface="DejaVu Sans"/>
                <a:cs typeface="DejaVu Sans"/>
              </a:defRPr>
            </a:lvl4pPr>
            <a:lvl5pPr algn="l">
              <a:defRPr sz="2175" b="1">
                <a:solidFill>
                  <a:srgbClr val="F5F9FA"/>
                </a:solidFill>
                <a:latin typeface="DejaVu Sans"/>
                <a:ea typeface="DejaVu Sans"/>
                <a:cs typeface="DejaVu Sans"/>
              </a:defRPr>
            </a:lvl5pPr>
            <a:lvl6pPr algn="l">
              <a:defRPr sz="2175" b="1">
                <a:solidFill>
                  <a:srgbClr val="F5F9FA"/>
                </a:solidFill>
                <a:latin typeface="DejaVu Sans"/>
                <a:ea typeface="DejaVu Sans"/>
                <a:cs typeface="DejaVu Sans"/>
              </a:defRPr>
            </a:lvl6pPr>
            <a:lvl7pPr algn="l">
              <a:defRPr sz="2175" b="1">
                <a:solidFill>
                  <a:srgbClr val="F5F9FA"/>
                </a:solidFill>
                <a:latin typeface="DejaVu Sans"/>
                <a:ea typeface="DejaVu Sans"/>
                <a:cs typeface="DejaVu Sans"/>
              </a:defRPr>
            </a:lvl7pPr>
            <a:lvl8pPr algn="l">
              <a:defRPr sz="2175" b="1">
                <a:solidFill>
                  <a:srgbClr val="F5F9FA"/>
                </a:solidFill>
                <a:latin typeface="DejaVu Sans"/>
                <a:ea typeface="DejaVu Sans"/>
                <a:cs typeface="DejaVu Sans"/>
              </a:defRPr>
            </a:lvl8pPr>
            <a:lvl9pPr algn="l">
              <a:defRPr sz="2175" b="1">
                <a:solidFill>
                  <a:srgbClr val="F5F9FA"/>
                </a:solidFill>
                <a:latin typeface="DejaVu Sans"/>
                <a:ea typeface="DejaVu Sans"/>
                <a:cs typeface="DejaVu Sans"/>
              </a:defRPr>
            </a:lvl9pPr>
          </a:lstStyle>
          <a:p>
            <a:pPr algn="l">
              <a:defRPr sz="2175" b="1">
                <a:solidFill>
                  <a:srgbClr val="F5F9FA"/>
                </a:solidFill>
                <a:latin typeface="DejaVu Sans"/>
                <a:ea typeface="DejaVu Sans"/>
                <a:cs typeface="DejaVu Sans"/>
              </a:defRPr>
            </a:pPr>
            <a:r>
              <a:rPr sz="2175" b="1">
                <a:solidFill>
                  <a:srgbClr val="F5F9FA"/>
                </a:solidFill>
                <a:latin typeface="DejaVu Sans"/>
                <a:ea typeface="DejaVu Sans"/>
                <a:cs typeface="DejaVu Sans"/>
              </a:rPr>
              <a:t>CORTE</a:t>
            </a:r>
          </a:p>
        </p:txBody>
      </p:sp>
      <p:sp>
        <p:nvSpPr>
          <p:cNvPr id="6" name="text-49">
            <a:extLst>
              <a:ext uri="{FF2B5EF4-FFF2-40B4-BE49-F238E27FC236}">
                <a16:creationId xmlns:a16="http://schemas.microsoft.com/office/drawing/2014/main" id="{9897E241-AEE9-4F39-92D8-A06B21A46F1D}"/>
              </a:ext>
            </a:extLst>
          </p:cNvPr>
          <p:cNvSpPr>
            <a:spLocks noGrp="1"/>
          </p:cNvSpPr>
          <p:nvPr/>
        </p:nvSpPr>
        <p:spPr>
          <a:xfrm>
            <a:off x="6810375" y="2409825"/>
            <a:ext cx="4857750" cy="1123950"/>
          </a:xfrm>
          <a:prstGeom prst="rect">
            <a:avLst/>
          </a:prstGeom>
          <a:noFill/>
          <a:ln w="0">
            <a:noFill/>
            <a:prstDash val="solid"/>
          </a:ln>
        </p:spPr>
        <p:txBody>
          <a:bodyPr wrap="square" lIns="0" tIns="0" rIns="0" bIns="0" anchor="t">
            <a:noAutofit/>
          </a:bodyPr>
          <a:lstStyle>
            <a:defPPr algn="l">
              <a:defRPr sz="1950" b="0">
                <a:solidFill>
                  <a:srgbClr val="F5F9FA"/>
                </a:solidFill>
                <a:latin typeface="DejaVu Sans"/>
                <a:ea typeface="DejaVu Sans"/>
                <a:cs typeface="DejaVu Sans"/>
              </a:defRPr>
            </a:defPPr>
            <a:lvl1pPr algn="l">
              <a:defRPr sz="1950" b="0">
                <a:solidFill>
                  <a:srgbClr val="F5F9FA"/>
                </a:solidFill>
                <a:latin typeface="DejaVu Sans"/>
                <a:ea typeface="DejaVu Sans"/>
                <a:cs typeface="DejaVu Sans"/>
              </a:defRPr>
            </a:lvl1pPr>
            <a:lvl2pPr algn="l">
              <a:defRPr sz="1950" b="0">
                <a:solidFill>
                  <a:srgbClr val="F5F9FA"/>
                </a:solidFill>
                <a:latin typeface="DejaVu Sans"/>
                <a:ea typeface="DejaVu Sans"/>
                <a:cs typeface="DejaVu Sans"/>
              </a:defRPr>
            </a:lvl2pPr>
            <a:lvl3pPr algn="l">
              <a:defRPr sz="1950" b="0">
                <a:solidFill>
                  <a:srgbClr val="F5F9FA"/>
                </a:solidFill>
                <a:latin typeface="DejaVu Sans"/>
                <a:ea typeface="DejaVu Sans"/>
                <a:cs typeface="DejaVu Sans"/>
              </a:defRPr>
            </a:lvl3pPr>
            <a:lvl4pPr algn="l">
              <a:defRPr sz="1950" b="0">
                <a:solidFill>
                  <a:srgbClr val="F5F9FA"/>
                </a:solidFill>
                <a:latin typeface="DejaVu Sans"/>
                <a:ea typeface="DejaVu Sans"/>
                <a:cs typeface="DejaVu Sans"/>
              </a:defRPr>
            </a:lvl4pPr>
            <a:lvl5pPr algn="l">
              <a:defRPr sz="1950" b="0">
                <a:solidFill>
                  <a:srgbClr val="F5F9FA"/>
                </a:solidFill>
                <a:latin typeface="DejaVu Sans"/>
                <a:ea typeface="DejaVu Sans"/>
                <a:cs typeface="DejaVu Sans"/>
              </a:defRPr>
            </a:lvl5pPr>
            <a:lvl6pPr algn="l">
              <a:defRPr sz="1950" b="0">
                <a:solidFill>
                  <a:srgbClr val="F5F9FA"/>
                </a:solidFill>
                <a:latin typeface="DejaVu Sans"/>
                <a:ea typeface="DejaVu Sans"/>
                <a:cs typeface="DejaVu Sans"/>
              </a:defRPr>
            </a:lvl6pPr>
            <a:lvl7pPr algn="l">
              <a:defRPr sz="1950" b="0">
                <a:solidFill>
                  <a:srgbClr val="F5F9FA"/>
                </a:solidFill>
                <a:latin typeface="DejaVu Sans"/>
                <a:ea typeface="DejaVu Sans"/>
                <a:cs typeface="DejaVu Sans"/>
              </a:defRPr>
            </a:lvl7pPr>
            <a:lvl8pPr algn="l">
              <a:defRPr sz="1950" b="0">
                <a:solidFill>
                  <a:srgbClr val="F5F9FA"/>
                </a:solidFill>
                <a:latin typeface="DejaVu Sans"/>
                <a:ea typeface="DejaVu Sans"/>
                <a:cs typeface="DejaVu Sans"/>
              </a:defRPr>
            </a:lvl8pPr>
            <a:lvl9pPr algn="l">
              <a:defRPr sz="1950" b="0">
                <a:solidFill>
                  <a:srgbClr val="F5F9FA"/>
                </a:solidFill>
                <a:latin typeface="DejaVu Sans"/>
                <a:ea typeface="DejaVu Sans"/>
                <a:cs typeface="DejaVu Sans"/>
              </a:defRPr>
            </a:lvl9pPr>
          </a:lstStyle>
          <a:p>
            <a:pPr algn="l">
              <a:defRPr sz="1950" b="0">
                <a:solidFill>
                  <a:srgbClr val="F5F9FA"/>
                </a:solidFill>
                <a:latin typeface="DejaVu Sans"/>
                <a:ea typeface="DejaVu Sans"/>
                <a:cs typeface="DejaVu Sans"/>
              </a:defRPr>
            </a:pPr>
            <a:r>
              <a:rPr sz="1950" b="0">
                <a:solidFill>
                  <a:srgbClr val="F5F9FA"/>
                </a:solidFill>
                <a:latin typeface="DejaVu Sans"/>
                <a:ea typeface="DejaVu Sans"/>
                <a:cs typeface="DejaVu Sans"/>
              </a:rPr>
              <a:t>Gafas de seguridad</a:t>
            </a:r>
          </a:p>
          <a:p>
            <a:pPr algn="l">
              <a:defRPr sz="1950" b="0">
                <a:solidFill>
                  <a:srgbClr val="F5F9FA"/>
                </a:solidFill>
                <a:latin typeface="DejaVu Sans"/>
                <a:ea typeface="DejaVu Sans"/>
                <a:cs typeface="DejaVu Sans"/>
              </a:defRPr>
            </a:pPr>
            <a:r>
              <a:rPr sz="1950" b="0">
                <a:solidFill>
                  <a:srgbClr val="F5F9FA"/>
                </a:solidFill>
                <a:latin typeface="DejaVu Sans"/>
                <a:ea typeface="DejaVu Sans"/>
                <a:cs typeface="DejaVu Sans"/>
              </a:rPr>
              <a:t>Guantes de corte</a:t>
            </a:r>
          </a:p>
          <a:p>
            <a:pPr algn="l">
              <a:defRPr sz="1950" b="0">
                <a:solidFill>
                  <a:srgbClr val="F5F9FA"/>
                </a:solidFill>
                <a:latin typeface="DejaVu Sans"/>
                <a:ea typeface="DejaVu Sans"/>
                <a:cs typeface="DejaVu Sans"/>
              </a:defRPr>
            </a:pPr>
            <a:r>
              <a:rPr sz="1950" b="0">
                <a:solidFill>
                  <a:srgbClr val="F5F9FA"/>
                </a:solidFill>
                <a:latin typeface="DejaVu Sans"/>
                <a:ea typeface="DejaVu Sans"/>
                <a:cs typeface="DejaVu Sans"/>
              </a:rPr>
              <a:t>Vestimenta adecuada</a:t>
            </a:r>
          </a:p>
        </p:txBody>
      </p:sp>
      <p:sp>
        <p:nvSpPr>
          <p:cNvPr id="7" name="text-50">
            <a:extLst>
              <a:ext uri="{FF2B5EF4-FFF2-40B4-BE49-F238E27FC236}">
                <a16:creationId xmlns:a16="http://schemas.microsoft.com/office/drawing/2014/main" id="{F1A0BD71-2CE3-4006-A48E-4230F28CAD03}"/>
              </a:ext>
            </a:extLst>
          </p:cNvPr>
          <p:cNvSpPr>
            <a:spLocks noGrp="1"/>
          </p:cNvSpPr>
          <p:nvPr/>
        </p:nvSpPr>
        <p:spPr>
          <a:xfrm>
            <a:off x="6810375" y="3743325"/>
            <a:ext cx="4762500" cy="400050"/>
          </a:xfrm>
          <a:prstGeom prst="rect">
            <a:avLst/>
          </a:prstGeom>
          <a:noFill/>
          <a:ln w="0">
            <a:noFill/>
            <a:prstDash val="solid"/>
          </a:ln>
        </p:spPr>
        <p:txBody>
          <a:bodyPr wrap="square" lIns="0" tIns="0" rIns="0" bIns="0" anchor="t">
            <a:noAutofit/>
          </a:bodyPr>
          <a:lstStyle>
            <a:defPPr algn="l">
              <a:defRPr sz="2175" b="1">
                <a:solidFill>
                  <a:srgbClr val="F5F9FA"/>
                </a:solidFill>
                <a:latin typeface="DejaVu Sans"/>
                <a:ea typeface="DejaVu Sans"/>
                <a:cs typeface="DejaVu Sans"/>
              </a:defRPr>
            </a:defPPr>
            <a:lvl1pPr algn="l">
              <a:defRPr sz="2175" b="1">
                <a:solidFill>
                  <a:srgbClr val="F5F9FA"/>
                </a:solidFill>
                <a:latin typeface="DejaVu Sans"/>
                <a:ea typeface="DejaVu Sans"/>
                <a:cs typeface="DejaVu Sans"/>
              </a:defRPr>
            </a:lvl1pPr>
            <a:lvl2pPr algn="l">
              <a:defRPr sz="2175" b="1">
                <a:solidFill>
                  <a:srgbClr val="F5F9FA"/>
                </a:solidFill>
                <a:latin typeface="DejaVu Sans"/>
                <a:ea typeface="DejaVu Sans"/>
                <a:cs typeface="DejaVu Sans"/>
              </a:defRPr>
            </a:lvl2pPr>
            <a:lvl3pPr algn="l">
              <a:defRPr sz="2175" b="1">
                <a:solidFill>
                  <a:srgbClr val="F5F9FA"/>
                </a:solidFill>
                <a:latin typeface="DejaVu Sans"/>
                <a:ea typeface="DejaVu Sans"/>
                <a:cs typeface="DejaVu Sans"/>
              </a:defRPr>
            </a:lvl3pPr>
            <a:lvl4pPr algn="l">
              <a:defRPr sz="2175" b="1">
                <a:solidFill>
                  <a:srgbClr val="F5F9FA"/>
                </a:solidFill>
                <a:latin typeface="DejaVu Sans"/>
                <a:ea typeface="DejaVu Sans"/>
                <a:cs typeface="DejaVu Sans"/>
              </a:defRPr>
            </a:lvl4pPr>
            <a:lvl5pPr algn="l">
              <a:defRPr sz="2175" b="1">
                <a:solidFill>
                  <a:srgbClr val="F5F9FA"/>
                </a:solidFill>
                <a:latin typeface="DejaVu Sans"/>
                <a:ea typeface="DejaVu Sans"/>
                <a:cs typeface="DejaVu Sans"/>
              </a:defRPr>
            </a:lvl5pPr>
            <a:lvl6pPr algn="l">
              <a:defRPr sz="2175" b="1">
                <a:solidFill>
                  <a:srgbClr val="F5F9FA"/>
                </a:solidFill>
                <a:latin typeface="DejaVu Sans"/>
                <a:ea typeface="DejaVu Sans"/>
                <a:cs typeface="DejaVu Sans"/>
              </a:defRPr>
            </a:lvl6pPr>
            <a:lvl7pPr algn="l">
              <a:defRPr sz="2175" b="1">
                <a:solidFill>
                  <a:srgbClr val="F5F9FA"/>
                </a:solidFill>
                <a:latin typeface="DejaVu Sans"/>
                <a:ea typeface="DejaVu Sans"/>
                <a:cs typeface="DejaVu Sans"/>
              </a:defRPr>
            </a:lvl7pPr>
            <a:lvl8pPr algn="l">
              <a:defRPr sz="2175" b="1">
                <a:solidFill>
                  <a:srgbClr val="F5F9FA"/>
                </a:solidFill>
                <a:latin typeface="DejaVu Sans"/>
                <a:ea typeface="DejaVu Sans"/>
                <a:cs typeface="DejaVu Sans"/>
              </a:defRPr>
            </a:lvl8pPr>
            <a:lvl9pPr algn="l">
              <a:defRPr sz="2175" b="1">
                <a:solidFill>
                  <a:srgbClr val="F5F9FA"/>
                </a:solidFill>
                <a:latin typeface="DejaVu Sans"/>
                <a:ea typeface="DejaVu Sans"/>
                <a:cs typeface="DejaVu Sans"/>
              </a:defRPr>
            </a:lvl9pPr>
          </a:lstStyle>
          <a:p>
            <a:pPr algn="l">
              <a:defRPr sz="2175" b="1">
                <a:solidFill>
                  <a:srgbClr val="F5F9FA"/>
                </a:solidFill>
                <a:latin typeface="DejaVu Sans"/>
                <a:ea typeface="DejaVu Sans"/>
                <a:cs typeface="DejaVu Sans"/>
              </a:defRPr>
            </a:pPr>
            <a:r>
              <a:rPr sz="2175" b="1">
                <a:solidFill>
                  <a:srgbClr val="F5F9FA"/>
                </a:solidFill>
                <a:latin typeface="DejaVu Sans"/>
                <a:ea typeface="DejaVu Sans"/>
                <a:cs typeface="DejaVu Sans"/>
              </a:rPr>
              <a:t>SOLDADURA</a:t>
            </a:r>
          </a:p>
        </p:txBody>
      </p:sp>
      <p:sp>
        <p:nvSpPr>
          <p:cNvPr id="8" name="text-51">
            <a:extLst>
              <a:ext uri="{FF2B5EF4-FFF2-40B4-BE49-F238E27FC236}">
                <a16:creationId xmlns:a16="http://schemas.microsoft.com/office/drawing/2014/main" id="{0BA233F6-FC5E-4179-A72D-43F13CD2A775}"/>
              </a:ext>
            </a:extLst>
          </p:cNvPr>
          <p:cNvSpPr>
            <a:spLocks noGrp="1"/>
          </p:cNvSpPr>
          <p:nvPr/>
        </p:nvSpPr>
        <p:spPr>
          <a:xfrm>
            <a:off x="6810375" y="4200525"/>
            <a:ext cx="4857750" cy="1123950"/>
          </a:xfrm>
          <a:prstGeom prst="rect">
            <a:avLst/>
          </a:prstGeom>
          <a:noFill/>
          <a:ln w="0">
            <a:noFill/>
            <a:prstDash val="solid"/>
          </a:ln>
        </p:spPr>
        <p:txBody>
          <a:bodyPr wrap="square" lIns="0" tIns="0" rIns="0" bIns="0" anchor="t">
            <a:noAutofit/>
          </a:bodyPr>
          <a:lstStyle>
            <a:defPPr algn="l">
              <a:defRPr sz="1950" b="0">
                <a:solidFill>
                  <a:srgbClr val="F5F9FA"/>
                </a:solidFill>
                <a:latin typeface="DejaVu Sans"/>
                <a:ea typeface="DejaVu Sans"/>
                <a:cs typeface="DejaVu Sans"/>
              </a:defRPr>
            </a:defPPr>
            <a:lvl1pPr algn="l">
              <a:defRPr sz="1950" b="0">
                <a:solidFill>
                  <a:srgbClr val="F5F9FA"/>
                </a:solidFill>
                <a:latin typeface="DejaVu Sans"/>
                <a:ea typeface="DejaVu Sans"/>
                <a:cs typeface="DejaVu Sans"/>
              </a:defRPr>
            </a:lvl1pPr>
            <a:lvl2pPr algn="l">
              <a:defRPr sz="1950" b="0">
                <a:solidFill>
                  <a:srgbClr val="F5F9FA"/>
                </a:solidFill>
                <a:latin typeface="DejaVu Sans"/>
                <a:ea typeface="DejaVu Sans"/>
                <a:cs typeface="DejaVu Sans"/>
              </a:defRPr>
            </a:lvl2pPr>
            <a:lvl3pPr algn="l">
              <a:defRPr sz="1950" b="0">
                <a:solidFill>
                  <a:srgbClr val="F5F9FA"/>
                </a:solidFill>
                <a:latin typeface="DejaVu Sans"/>
                <a:ea typeface="DejaVu Sans"/>
                <a:cs typeface="DejaVu Sans"/>
              </a:defRPr>
            </a:lvl3pPr>
            <a:lvl4pPr algn="l">
              <a:defRPr sz="1950" b="0">
                <a:solidFill>
                  <a:srgbClr val="F5F9FA"/>
                </a:solidFill>
                <a:latin typeface="DejaVu Sans"/>
                <a:ea typeface="DejaVu Sans"/>
                <a:cs typeface="DejaVu Sans"/>
              </a:defRPr>
            </a:lvl4pPr>
            <a:lvl5pPr algn="l">
              <a:defRPr sz="1950" b="0">
                <a:solidFill>
                  <a:srgbClr val="F5F9FA"/>
                </a:solidFill>
                <a:latin typeface="DejaVu Sans"/>
                <a:ea typeface="DejaVu Sans"/>
                <a:cs typeface="DejaVu Sans"/>
              </a:defRPr>
            </a:lvl5pPr>
            <a:lvl6pPr algn="l">
              <a:defRPr sz="1950" b="0">
                <a:solidFill>
                  <a:srgbClr val="F5F9FA"/>
                </a:solidFill>
                <a:latin typeface="DejaVu Sans"/>
                <a:ea typeface="DejaVu Sans"/>
                <a:cs typeface="DejaVu Sans"/>
              </a:defRPr>
            </a:lvl6pPr>
            <a:lvl7pPr algn="l">
              <a:defRPr sz="1950" b="0">
                <a:solidFill>
                  <a:srgbClr val="F5F9FA"/>
                </a:solidFill>
                <a:latin typeface="DejaVu Sans"/>
                <a:ea typeface="DejaVu Sans"/>
                <a:cs typeface="DejaVu Sans"/>
              </a:defRPr>
            </a:lvl7pPr>
            <a:lvl8pPr algn="l">
              <a:defRPr sz="1950" b="0">
                <a:solidFill>
                  <a:srgbClr val="F5F9FA"/>
                </a:solidFill>
                <a:latin typeface="DejaVu Sans"/>
                <a:ea typeface="DejaVu Sans"/>
                <a:cs typeface="DejaVu Sans"/>
              </a:defRPr>
            </a:lvl8pPr>
            <a:lvl9pPr algn="l">
              <a:defRPr sz="1950" b="0">
                <a:solidFill>
                  <a:srgbClr val="F5F9FA"/>
                </a:solidFill>
                <a:latin typeface="DejaVu Sans"/>
                <a:ea typeface="DejaVu Sans"/>
                <a:cs typeface="DejaVu Sans"/>
              </a:defRPr>
            </a:lvl9pPr>
          </a:lstStyle>
          <a:p>
            <a:pPr algn="l">
              <a:defRPr sz="1950" b="0">
                <a:solidFill>
                  <a:srgbClr val="F5F9FA"/>
                </a:solidFill>
                <a:latin typeface="DejaVu Sans"/>
                <a:ea typeface="DejaVu Sans"/>
                <a:cs typeface="DejaVu Sans"/>
              </a:defRPr>
            </a:pPr>
            <a:r>
              <a:rPr sz="1950" b="0">
                <a:solidFill>
                  <a:srgbClr val="F5F9FA"/>
                </a:solidFill>
                <a:latin typeface="DejaVu Sans"/>
                <a:ea typeface="DejaVu Sans"/>
                <a:cs typeface="DejaVu Sans"/>
              </a:rPr>
              <a:t>Máscara de soldadura</a:t>
            </a:r>
          </a:p>
          <a:p>
            <a:pPr algn="l">
              <a:defRPr sz="1950" b="0">
                <a:solidFill>
                  <a:srgbClr val="F5F9FA"/>
                </a:solidFill>
                <a:latin typeface="DejaVu Sans"/>
                <a:ea typeface="DejaVu Sans"/>
                <a:cs typeface="DejaVu Sans"/>
              </a:defRPr>
            </a:pPr>
            <a:r>
              <a:rPr sz="1950" b="0">
                <a:solidFill>
                  <a:srgbClr val="F5F9FA"/>
                </a:solidFill>
                <a:latin typeface="DejaVu Sans"/>
                <a:ea typeface="DejaVu Sans"/>
                <a:cs typeface="DejaVu Sans"/>
              </a:rPr>
              <a:t>Guantes de soldadura</a:t>
            </a:r>
          </a:p>
          <a:p>
            <a:pPr algn="l">
              <a:defRPr sz="1950" b="0">
                <a:solidFill>
                  <a:srgbClr val="F5F9FA"/>
                </a:solidFill>
                <a:latin typeface="DejaVu Sans"/>
                <a:ea typeface="DejaVu Sans"/>
                <a:cs typeface="DejaVu Sans"/>
              </a:defRPr>
            </a:pPr>
            <a:r>
              <a:rPr sz="1950" b="0">
                <a:solidFill>
                  <a:srgbClr val="F5F9FA"/>
                </a:solidFill>
                <a:latin typeface="DejaVu Sans"/>
                <a:ea typeface="DejaVu Sans"/>
                <a:cs typeface="DejaVu Sans"/>
              </a:rPr>
              <a:t>Vestimenta adecuada</a:t>
            </a:r>
          </a:p>
        </p:txBody>
      </p:sp>
      <p:sp>
        <p:nvSpPr>
          <p:cNvPr id="9" name="text-52">
            <a:extLst>
              <a:ext uri="{FF2B5EF4-FFF2-40B4-BE49-F238E27FC236}">
                <a16:creationId xmlns:a16="http://schemas.microsoft.com/office/drawing/2014/main" id="{186CB376-904A-418D-BDD1-4D2EFA7FE7DE}"/>
              </a:ext>
            </a:extLst>
          </p:cNvPr>
          <p:cNvSpPr>
            <a:spLocks noGrp="1"/>
          </p:cNvSpPr>
          <p:nvPr/>
        </p:nvSpPr>
        <p:spPr>
          <a:xfrm>
            <a:off x="6810375" y="5476875"/>
            <a:ext cx="4857750" cy="342900"/>
          </a:xfrm>
          <a:prstGeom prst="rect">
            <a:avLst/>
          </a:prstGeom>
          <a:noFill/>
          <a:ln w="0">
            <a:noFill/>
            <a:prstDash val="solid"/>
          </a:ln>
        </p:spPr>
        <p:txBody>
          <a:bodyPr wrap="square" lIns="0" tIns="0" rIns="0" bIns="0" anchor="t">
            <a:noAutofit/>
          </a:bodyPr>
          <a:lstStyle>
            <a:defPPr algn="l">
              <a:defRPr sz="1875" b="1">
                <a:solidFill>
                  <a:srgbClr val="32E2BF"/>
                </a:solidFill>
                <a:latin typeface="DejaVu Sans"/>
                <a:ea typeface="DejaVu Sans"/>
                <a:cs typeface="DejaVu Sans"/>
              </a:defRPr>
            </a:defPPr>
            <a:lvl1pPr algn="l">
              <a:defRPr sz="1875" b="1">
                <a:solidFill>
                  <a:srgbClr val="32E2BF"/>
                </a:solidFill>
                <a:latin typeface="DejaVu Sans"/>
                <a:ea typeface="DejaVu Sans"/>
                <a:cs typeface="DejaVu Sans"/>
              </a:defRPr>
            </a:lvl1pPr>
            <a:lvl2pPr algn="l">
              <a:defRPr sz="1875" b="1">
                <a:solidFill>
                  <a:srgbClr val="32E2BF"/>
                </a:solidFill>
                <a:latin typeface="DejaVu Sans"/>
                <a:ea typeface="DejaVu Sans"/>
                <a:cs typeface="DejaVu Sans"/>
              </a:defRPr>
            </a:lvl2pPr>
            <a:lvl3pPr algn="l">
              <a:defRPr sz="1875" b="1">
                <a:solidFill>
                  <a:srgbClr val="32E2BF"/>
                </a:solidFill>
                <a:latin typeface="DejaVu Sans"/>
                <a:ea typeface="DejaVu Sans"/>
                <a:cs typeface="DejaVu Sans"/>
              </a:defRPr>
            </a:lvl3pPr>
            <a:lvl4pPr algn="l">
              <a:defRPr sz="1875" b="1">
                <a:solidFill>
                  <a:srgbClr val="32E2BF"/>
                </a:solidFill>
                <a:latin typeface="DejaVu Sans"/>
                <a:ea typeface="DejaVu Sans"/>
                <a:cs typeface="DejaVu Sans"/>
              </a:defRPr>
            </a:lvl4pPr>
            <a:lvl5pPr algn="l">
              <a:defRPr sz="1875" b="1">
                <a:solidFill>
                  <a:srgbClr val="32E2BF"/>
                </a:solidFill>
                <a:latin typeface="DejaVu Sans"/>
                <a:ea typeface="DejaVu Sans"/>
                <a:cs typeface="DejaVu Sans"/>
              </a:defRPr>
            </a:lvl5pPr>
            <a:lvl6pPr algn="l">
              <a:defRPr sz="1875" b="1">
                <a:solidFill>
                  <a:srgbClr val="32E2BF"/>
                </a:solidFill>
                <a:latin typeface="DejaVu Sans"/>
                <a:ea typeface="DejaVu Sans"/>
                <a:cs typeface="DejaVu Sans"/>
              </a:defRPr>
            </a:lvl6pPr>
            <a:lvl7pPr algn="l">
              <a:defRPr sz="1875" b="1">
                <a:solidFill>
                  <a:srgbClr val="32E2BF"/>
                </a:solidFill>
                <a:latin typeface="DejaVu Sans"/>
                <a:ea typeface="DejaVu Sans"/>
                <a:cs typeface="DejaVu Sans"/>
              </a:defRPr>
            </a:lvl7pPr>
            <a:lvl8pPr algn="l">
              <a:defRPr sz="1875" b="1">
                <a:solidFill>
                  <a:srgbClr val="32E2BF"/>
                </a:solidFill>
                <a:latin typeface="DejaVu Sans"/>
                <a:ea typeface="DejaVu Sans"/>
                <a:cs typeface="DejaVu Sans"/>
              </a:defRPr>
            </a:lvl8pPr>
            <a:lvl9pPr algn="l">
              <a:defRPr sz="1875" b="1">
                <a:solidFill>
                  <a:srgbClr val="32E2BF"/>
                </a:solidFill>
                <a:latin typeface="DejaVu Sans"/>
                <a:ea typeface="DejaVu Sans"/>
                <a:cs typeface="DejaVu Sans"/>
              </a:defRPr>
            </a:lvl9pPr>
          </a:lstStyle>
          <a:p>
            <a:pPr algn="l">
              <a:defRPr sz="1875" b="1">
                <a:solidFill>
                  <a:srgbClr val="32E2BF"/>
                </a:solidFill>
                <a:latin typeface="DejaVu Sans"/>
                <a:ea typeface="DejaVu Sans"/>
                <a:cs typeface="DejaVu Sans"/>
              </a:defRPr>
            </a:pPr>
            <a:r>
              <a:rPr sz="1875" b="1">
                <a:solidFill>
                  <a:srgbClr val="32E2BF"/>
                </a:solidFill>
                <a:latin typeface="DejaVu Sans"/>
                <a:ea typeface="DejaVu Sans"/>
                <a:cs typeface="DejaVu Sans"/>
              </a:rPr>
              <a:t>Regiones fijas de la imagen</a:t>
            </a:r>
          </a:p>
        </p:txBody>
      </p:sp>
      <p:sp>
        <p:nvSpPr>
          <p:cNvPr id="10" name="text-53">
            <a:extLst>
              <a:ext uri="{FF2B5EF4-FFF2-40B4-BE49-F238E27FC236}">
                <a16:creationId xmlns:a16="http://schemas.microsoft.com/office/drawing/2014/main" id="{08ACB991-4FB7-40D1-A904-26755427ED50}"/>
              </a:ext>
            </a:extLst>
          </p:cNvPr>
          <p:cNvSpPr>
            <a:spLocks noGrp="1"/>
          </p:cNvSpPr>
          <p:nvPr/>
        </p:nvSpPr>
        <p:spPr>
          <a:xfrm>
            <a:off x="6810375" y="5848350"/>
            <a:ext cx="4857750" cy="323850"/>
          </a:xfrm>
          <a:prstGeom prst="rect">
            <a:avLst/>
          </a:prstGeom>
          <a:noFill/>
          <a:ln w="0">
            <a:noFill/>
            <a:prstDash val="solid"/>
          </a:ln>
        </p:spPr>
        <p:txBody>
          <a:bodyPr wrap="square" lIns="0" tIns="0" rIns="0" bIns="0" anchor="t">
            <a:noAutofit/>
          </a:bodyPr>
          <a:lstStyle>
            <a:defPPr algn="l">
              <a:defRPr sz="1800" b="0">
                <a:solidFill>
                  <a:srgbClr val="AFC4CD"/>
                </a:solidFill>
                <a:latin typeface="DejaVu Sans"/>
                <a:ea typeface="DejaVu Sans"/>
                <a:cs typeface="DejaVu Sans"/>
              </a:defRPr>
            </a:defPPr>
            <a:lvl1pPr algn="l">
              <a:defRPr sz="1800" b="0">
                <a:solidFill>
                  <a:srgbClr val="AFC4CD"/>
                </a:solidFill>
                <a:latin typeface="DejaVu Sans"/>
                <a:ea typeface="DejaVu Sans"/>
                <a:cs typeface="DejaVu Sans"/>
              </a:defRPr>
            </a:lvl1pPr>
            <a:lvl2pPr algn="l">
              <a:defRPr sz="1800" b="0">
                <a:solidFill>
                  <a:srgbClr val="AFC4CD"/>
                </a:solidFill>
                <a:latin typeface="DejaVu Sans"/>
                <a:ea typeface="DejaVu Sans"/>
                <a:cs typeface="DejaVu Sans"/>
              </a:defRPr>
            </a:lvl2pPr>
            <a:lvl3pPr algn="l">
              <a:defRPr sz="1800" b="0">
                <a:solidFill>
                  <a:srgbClr val="AFC4CD"/>
                </a:solidFill>
                <a:latin typeface="DejaVu Sans"/>
                <a:ea typeface="DejaVu Sans"/>
                <a:cs typeface="DejaVu Sans"/>
              </a:defRPr>
            </a:lvl3pPr>
            <a:lvl4pPr algn="l">
              <a:defRPr sz="1800" b="0">
                <a:solidFill>
                  <a:srgbClr val="AFC4CD"/>
                </a:solidFill>
                <a:latin typeface="DejaVu Sans"/>
                <a:ea typeface="DejaVu Sans"/>
                <a:cs typeface="DejaVu Sans"/>
              </a:defRPr>
            </a:lvl4pPr>
            <a:lvl5pPr algn="l">
              <a:defRPr sz="1800" b="0">
                <a:solidFill>
                  <a:srgbClr val="AFC4CD"/>
                </a:solidFill>
                <a:latin typeface="DejaVu Sans"/>
                <a:ea typeface="DejaVu Sans"/>
                <a:cs typeface="DejaVu Sans"/>
              </a:defRPr>
            </a:lvl5pPr>
            <a:lvl6pPr algn="l">
              <a:defRPr sz="1800" b="0">
                <a:solidFill>
                  <a:srgbClr val="AFC4CD"/>
                </a:solidFill>
                <a:latin typeface="DejaVu Sans"/>
                <a:ea typeface="DejaVu Sans"/>
                <a:cs typeface="DejaVu Sans"/>
              </a:defRPr>
            </a:lvl6pPr>
            <a:lvl7pPr algn="l">
              <a:defRPr sz="1800" b="0">
                <a:solidFill>
                  <a:srgbClr val="AFC4CD"/>
                </a:solidFill>
                <a:latin typeface="DejaVu Sans"/>
                <a:ea typeface="DejaVu Sans"/>
                <a:cs typeface="DejaVu Sans"/>
              </a:defRPr>
            </a:lvl7pPr>
            <a:lvl8pPr algn="l">
              <a:defRPr sz="1800" b="0">
                <a:solidFill>
                  <a:srgbClr val="AFC4CD"/>
                </a:solidFill>
                <a:latin typeface="DejaVu Sans"/>
                <a:ea typeface="DejaVu Sans"/>
                <a:cs typeface="DejaVu Sans"/>
              </a:defRPr>
            </a:lvl8pPr>
            <a:lvl9pPr algn="l">
              <a:defRPr sz="1800" b="0">
                <a:solidFill>
                  <a:srgbClr val="AFC4CD"/>
                </a:solidFill>
                <a:latin typeface="DejaVu Sans"/>
                <a:ea typeface="DejaVu Sans"/>
                <a:cs typeface="DejaVu Sans"/>
              </a:defRPr>
            </a:lvl9pPr>
          </a:lstStyle>
          <a:p>
            <a:pPr algn="l">
              <a:defRPr sz="1800" b="0">
                <a:solidFill>
                  <a:srgbClr val="AFC4CD"/>
                </a:solidFill>
                <a:latin typeface="DejaVu Sans"/>
                <a:ea typeface="DejaVu Sans"/>
                <a:cs typeface="DejaVu Sans"/>
              </a:defRPr>
            </a:pPr>
            <a:r>
              <a:rPr sz="1800" b="0">
                <a:solidFill>
                  <a:srgbClr val="AFC4CD"/>
                </a:solidFill>
                <a:latin typeface="DejaVu Sans"/>
                <a:ea typeface="DejaVu Sans"/>
                <a:cs typeface="DejaVu Sans"/>
              </a:rPr>
              <a:t>Cabeza, manos y vestimenta</a:t>
            </a:r>
          </a:p>
        </p:txBody>
      </p:sp>
      <p:sp>
        <p:nvSpPr>
          <p:cNvPr id="11" name="text-54">
            <a:extLst>
              <a:ext uri="{FF2B5EF4-FFF2-40B4-BE49-F238E27FC236}">
                <a16:creationId xmlns:a16="http://schemas.microsoft.com/office/drawing/2014/main" id="{3DE92A39-1B3D-4094-8161-AD9B3E7B1BF4}"/>
              </a:ext>
            </a:extLst>
          </p:cNvPr>
          <p:cNvSpPr>
            <a:spLocks noGrp="1"/>
          </p:cNvSpPr>
          <p:nvPr/>
        </p:nvSpPr>
        <p:spPr>
          <a:xfrm>
            <a:off x="6810375" y="6286500"/>
            <a:ext cx="4857750" cy="323850"/>
          </a:xfrm>
          <a:prstGeom prst="rect">
            <a:avLst/>
          </a:prstGeom>
          <a:noFill/>
          <a:ln w="0">
            <a:noFill/>
            <a:prstDash val="solid"/>
          </a:ln>
        </p:spPr>
        <p:txBody>
          <a:bodyPr wrap="square" lIns="0" tIns="0" rIns="0" bIns="0" anchor="t">
            <a:noAutofit/>
          </a:bodyPr>
          <a:lstStyle>
            <a:defPPr algn="l">
              <a:defRPr sz="1800" b="1">
                <a:solidFill>
                  <a:srgbClr val="F5F9FA"/>
                </a:solidFill>
                <a:latin typeface="DejaVu Sans"/>
                <a:ea typeface="DejaVu Sans"/>
                <a:cs typeface="DejaVu Sans"/>
              </a:defRPr>
            </a:defPPr>
            <a:lvl1pPr algn="l">
              <a:defRPr sz="1800" b="1">
                <a:solidFill>
                  <a:srgbClr val="F5F9FA"/>
                </a:solidFill>
                <a:latin typeface="DejaVu Sans"/>
                <a:ea typeface="DejaVu Sans"/>
                <a:cs typeface="DejaVu Sans"/>
              </a:defRPr>
            </a:lvl1pPr>
            <a:lvl2pPr algn="l">
              <a:defRPr sz="1800" b="1">
                <a:solidFill>
                  <a:srgbClr val="F5F9FA"/>
                </a:solidFill>
                <a:latin typeface="DejaVu Sans"/>
                <a:ea typeface="DejaVu Sans"/>
                <a:cs typeface="DejaVu Sans"/>
              </a:defRPr>
            </a:lvl2pPr>
            <a:lvl3pPr algn="l">
              <a:defRPr sz="1800" b="1">
                <a:solidFill>
                  <a:srgbClr val="F5F9FA"/>
                </a:solidFill>
                <a:latin typeface="DejaVu Sans"/>
                <a:ea typeface="DejaVu Sans"/>
                <a:cs typeface="DejaVu Sans"/>
              </a:defRPr>
            </a:lvl3pPr>
            <a:lvl4pPr algn="l">
              <a:defRPr sz="1800" b="1">
                <a:solidFill>
                  <a:srgbClr val="F5F9FA"/>
                </a:solidFill>
                <a:latin typeface="DejaVu Sans"/>
                <a:ea typeface="DejaVu Sans"/>
                <a:cs typeface="DejaVu Sans"/>
              </a:defRPr>
            </a:lvl4pPr>
            <a:lvl5pPr algn="l">
              <a:defRPr sz="1800" b="1">
                <a:solidFill>
                  <a:srgbClr val="F5F9FA"/>
                </a:solidFill>
                <a:latin typeface="DejaVu Sans"/>
                <a:ea typeface="DejaVu Sans"/>
                <a:cs typeface="DejaVu Sans"/>
              </a:defRPr>
            </a:lvl5pPr>
            <a:lvl6pPr algn="l">
              <a:defRPr sz="1800" b="1">
                <a:solidFill>
                  <a:srgbClr val="F5F9FA"/>
                </a:solidFill>
                <a:latin typeface="DejaVu Sans"/>
                <a:ea typeface="DejaVu Sans"/>
                <a:cs typeface="DejaVu Sans"/>
              </a:defRPr>
            </a:lvl6pPr>
            <a:lvl7pPr algn="l">
              <a:defRPr sz="1800" b="1">
                <a:solidFill>
                  <a:srgbClr val="F5F9FA"/>
                </a:solidFill>
                <a:latin typeface="DejaVu Sans"/>
                <a:ea typeface="DejaVu Sans"/>
                <a:cs typeface="DejaVu Sans"/>
              </a:defRPr>
            </a:lvl7pPr>
            <a:lvl8pPr algn="l">
              <a:defRPr sz="1800" b="1">
                <a:solidFill>
                  <a:srgbClr val="F5F9FA"/>
                </a:solidFill>
                <a:latin typeface="DejaVu Sans"/>
                <a:ea typeface="DejaVu Sans"/>
                <a:cs typeface="DejaVu Sans"/>
              </a:defRPr>
            </a:lvl8pPr>
            <a:lvl9pPr algn="l">
              <a:defRPr sz="1800" b="1">
                <a:solidFill>
                  <a:srgbClr val="F5F9FA"/>
                </a:solidFill>
                <a:latin typeface="DejaVu Sans"/>
                <a:ea typeface="DejaVu Sans"/>
                <a:cs typeface="DejaVu Sans"/>
              </a:defRPr>
            </a:lvl9pPr>
          </a:lstStyle>
          <a:p>
            <a:pPr algn="l">
              <a:defRPr sz="1800" b="1">
                <a:solidFill>
                  <a:srgbClr val="F5F9FA"/>
                </a:solidFill>
                <a:latin typeface="DejaVu Sans"/>
                <a:ea typeface="DejaVu Sans"/>
                <a:cs typeface="DejaVu Sans"/>
              </a:defRPr>
            </a:pPr>
            <a:r>
              <a:rPr sz="1800" b="1">
                <a:solidFill>
                  <a:srgbClr val="F5F9FA"/>
                </a:solidFill>
                <a:latin typeface="DejaVu Sans"/>
                <a:ea typeface="DejaVu Sans"/>
                <a:cs typeface="DejaVu Sans"/>
              </a:rPr>
              <a:t>EPP completo o incompleto</a:t>
            </a:r>
          </a:p>
        </p:txBody>
      </p:sp>
    </p:spTree>
    <p:extLst>
      <p:ext uri="{BB962C8B-B14F-4D97-AF65-F5344CB8AC3E}">
        <p14:creationId xmlns:p14="http://schemas.microsoft.com/office/powerpoint/2010/main" val="1555328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9FA"/>
        </a:solidFill>
        <a:effectLst/>
      </p:bgPr>
    </p:bg>
    <p:spTree>
      <p:nvGrpSpPr>
        <p:cNvPr id="1" name=""/>
        <p:cNvGrpSpPr/>
        <p:nvPr/>
      </p:nvGrpSpPr>
      <p:grpSpPr>
        <a:xfrm>
          <a:off x="0" y="0"/>
          <a:ext cx="0" cy="0"/>
          <a:chOff x="0" y="0"/>
          <a:chExt cx="0" cy="0"/>
        </a:xfrm>
      </p:grpSpPr>
      <p:sp>
        <p:nvSpPr>
          <p:cNvPr id="12" name="text-55">
            <a:extLst>
              <a:ext uri="{FF2B5EF4-FFF2-40B4-BE49-F238E27FC236}">
                <a16:creationId xmlns:a16="http://schemas.microsoft.com/office/drawing/2014/main" id="{512710FA-9A49-460E-9210-2DCF76546A0A}"/>
              </a:ext>
            </a:extLst>
          </p:cNvPr>
          <p:cNvSpPr>
            <a:spLocks noGrp="1"/>
          </p:cNvSpPr>
          <p:nvPr/>
        </p:nvSpPr>
        <p:spPr>
          <a:xfrm>
            <a:off x="533400" y="409575"/>
            <a:ext cx="11125200" cy="619125"/>
          </a:xfrm>
          <a:prstGeom prst="rect">
            <a:avLst/>
          </a:prstGeom>
          <a:noFill/>
          <a:ln w="0">
            <a:noFill/>
            <a:prstDash val="solid"/>
          </a:ln>
        </p:spPr>
        <p:txBody>
          <a:bodyPr wrap="square" lIns="0" tIns="0" rIns="0" bIns="0" anchor="t">
            <a:noAutofit/>
          </a:bodyPr>
          <a:lstStyle>
            <a:defPPr algn="l">
              <a:defRPr sz="3300" b="1">
                <a:solidFill>
                  <a:srgbClr val="12313F"/>
                </a:solidFill>
                <a:latin typeface="DejaVu Sans"/>
                <a:ea typeface="DejaVu Sans"/>
                <a:cs typeface="DejaVu Sans"/>
              </a:defRPr>
            </a:defPPr>
            <a:lvl1pPr algn="l">
              <a:defRPr sz="3300" b="1">
                <a:solidFill>
                  <a:srgbClr val="12313F"/>
                </a:solidFill>
                <a:latin typeface="DejaVu Sans"/>
                <a:ea typeface="DejaVu Sans"/>
                <a:cs typeface="DejaVu Sans"/>
              </a:defRPr>
            </a:lvl1pPr>
            <a:lvl2pPr algn="l">
              <a:defRPr sz="3300" b="1">
                <a:solidFill>
                  <a:srgbClr val="12313F"/>
                </a:solidFill>
                <a:latin typeface="DejaVu Sans"/>
                <a:ea typeface="DejaVu Sans"/>
                <a:cs typeface="DejaVu Sans"/>
              </a:defRPr>
            </a:lvl2pPr>
            <a:lvl3pPr algn="l">
              <a:defRPr sz="3300" b="1">
                <a:solidFill>
                  <a:srgbClr val="12313F"/>
                </a:solidFill>
                <a:latin typeface="DejaVu Sans"/>
                <a:ea typeface="DejaVu Sans"/>
                <a:cs typeface="DejaVu Sans"/>
              </a:defRPr>
            </a:lvl3pPr>
            <a:lvl4pPr algn="l">
              <a:defRPr sz="3300" b="1">
                <a:solidFill>
                  <a:srgbClr val="12313F"/>
                </a:solidFill>
                <a:latin typeface="DejaVu Sans"/>
                <a:ea typeface="DejaVu Sans"/>
                <a:cs typeface="DejaVu Sans"/>
              </a:defRPr>
            </a:lvl4pPr>
            <a:lvl5pPr algn="l">
              <a:defRPr sz="3300" b="1">
                <a:solidFill>
                  <a:srgbClr val="12313F"/>
                </a:solidFill>
                <a:latin typeface="DejaVu Sans"/>
                <a:ea typeface="DejaVu Sans"/>
                <a:cs typeface="DejaVu Sans"/>
              </a:defRPr>
            </a:lvl5pPr>
            <a:lvl6pPr algn="l">
              <a:defRPr sz="3300" b="1">
                <a:solidFill>
                  <a:srgbClr val="12313F"/>
                </a:solidFill>
                <a:latin typeface="DejaVu Sans"/>
                <a:ea typeface="DejaVu Sans"/>
                <a:cs typeface="DejaVu Sans"/>
              </a:defRPr>
            </a:lvl6pPr>
            <a:lvl7pPr algn="l">
              <a:defRPr sz="3300" b="1">
                <a:solidFill>
                  <a:srgbClr val="12313F"/>
                </a:solidFill>
                <a:latin typeface="DejaVu Sans"/>
                <a:ea typeface="DejaVu Sans"/>
                <a:cs typeface="DejaVu Sans"/>
              </a:defRPr>
            </a:lvl7pPr>
            <a:lvl8pPr algn="l">
              <a:defRPr sz="3300" b="1">
                <a:solidFill>
                  <a:srgbClr val="12313F"/>
                </a:solidFill>
                <a:latin typeface="DejaVu Sans"/>
                <a:ea typeface="DejaVu Sans"/>
                <a:cs typeface="DejaVu Sans"/>
              </a:defRPr>
            </a:lvl8pPr>
            <a:lvl9pPr algn="l">
              <a:defRPr sz="3300" b="1">
                <a:solidFill>
                  <a:srgbClr val="12313F"/>
                </a:solidFill>
                <a:latin typeface="DejaVu Sans"/>
                <a:ea typeface="DejaVu Sans"/>
                <a:cs typeface="DejaVu Sans"/>
              </a:defRPr>
            </a:lvl9pPr>
          </a:lstStyle>
          <a:p>
            <a:pPr algn="l">
              <a:defRPr sz="3300" b="1">
                <a:solidFill>
                  <a:srgbClr val="12313F"/>
                </a:solidFill>
                <a:latin typeface="DejaVu Sans"/>
                <a:ea typeface="DejaVu Sans"/>
                <a:cs typeface="DejaVu Sans"/>
              </a:defRPr>
            </a:pPr>
            <a:r>
              <a:rPr sz="3300" b="1">
                <a:solidFill>
                  <a:srgbClr val="12313F"/>
                </a:solidFill>
                <a:latin typeface="DejaVu Sans"/>
                <a:ea typeface="DejaVu Sans"/>
                <a:cs typeface="DejaVu Sans"/>
              </a:rPr>
              <a:t>Resultado del prototipo</a:t>
            </a:r>
          </a:p>
        </p:txBody>
      </p:sp>
      <p:pic>
        <p:nvPicPr>
          <p:cNvPr id="2" name="Imagen 1">
            <a:extLst>
              <a:ext uri="{FF2B5EF4-FFF2-40B4-BE49-F238E27FC236}">
                <a16:creationId xmlns:a16="http://schemas.microsoft.com/office/drawing/2014/main" id="{5FE7B553-472F-4209-99AC-DFD69F13CEAB}"/>
              </a:ext>
            </a:extLst>
          </p:cNvPr>
          <p:cNvPicPr>
            <a:picLocks noChangeAspect="1"/>
          </p:cNvPicPr>
          <p:nvPr/>
        </p:nvPicPr>
        <p:blipFill>
          <a:blip r:embed="rId3"/>
          <a:stretch/>
        </p:blipFill>
        <p:spPr>
          <a:xfrm>
            <a:off x="533400" y="1327129"/>
            <a:ext cx="5810250" cy="4508541"/>
          </a:xfrm>
          <a:prstGeom prst="rect">
            <a:avLst/>
          </a:prstGeom>
        </p:spPr>
      </p:pic>
      <p:sp>
        <p:nvSpPr>
          <p:cNvPr id="3" name="text-56">
            <a:extLst>
              <a:ext uri="{FF2B5EF4-FFF2-40B4-BE49-F238E27FC236}">
                <a16:creationId xmlns:a16="http://schemas.microsoft.com/office/drawing/2014/main" id="{37AB140A-9001-43D5-991D-BF3D8A2DC544}"/>
              </a:ext>
            </a:extLst>
          </p:cNvPr>
          <p:cNvSpPr>
            <a:spLocks noGrp="1"/>
          </p:cNvSpPr>
          <p:nvPr/>
        </p:nvSpPr>
        <p:spPr>
          <a:xfrm>
            <a:off x="6800850" y="1390650"/>
            <a:ext cx="4838700" cy="476250"/>
          </a:xfrm>
          <a:prstGeom prst="rect">
            <a:avLst/>
          </a:prstGeom>
          <a:noFill/>
          <a:ln w="0">
            <a:noFill/>
            <a:prstDash val="solid"/>
          </a:ln>
        </p:spPr>
        <p:txBody>
          <a:bodyPr wrap="square" lIns="0" tIns="0" rIns="0" bIns="0" anchor="t">
            <a:noAutofit/>
          </a:bodyPr>
          <a:lstStyle>
            <a:defPPr algn="l">
              <a:defRPr sz="1875" b="1">
                <a:solidFill>
                  <a:srgbClr val="007D70"/>
                </a:solidFill>
                <a:latin typeface="DejaVu Sans"/>
                <a:ea typeface="DejaVu Sans"/>
                <a:cs typeface="DejaVu Sans"/>
              </a:defRPr>
            </a:defPPr>
            <a:lvl1pPr algn="l">
              <a:defRPr sz="1875" b="1">
                <a:solidFill>
                  <a:srgbClr val="007D70"/>
                </a:solidFill>
                <a:latin typeface="DejaVu Sans"/>
                <a:ea typeface="DejaVu Sans"/>
                <a:cs typeface="DejaVu Sans"/>
              </a:defRPr>
            </a:lvl1pPr>
            <a:lvl2pPr algn="l">
              <a:defRPr sz="1875" b="1">
                <a:solidFill>
                  <a:srgbClr val="007D70"/>
                </a:solidFill>
                <a:latin typeface="DejaVu Sans"/>
                <a:ea typeface="DejaVu Sans"/>
                <a:cs typeface="DejaVu Sans"/>
              </a:defRPr>
            </a:lvl2pPr>
            <a:lvl3pPr algn="l">
              <a:defRPr sz="1875" b="1">
                <a:solidFill>
                  <a:srgbClr val="007D70"/>
                </a:solidFill>
                <a:latin typeface="DejaVu Sans"/>
                <a:ea typeface="DejaVu Sans"/>
                <a:cs typeface="DejaVu Sans"/>
              </a:defRPr>
            </a:lvl3pPr>
            <a:lvl4pPr algn="l">
              <a:defRPr sz="1875" b="1">
                <a:solidFill>
                  <a:srgbClr val="007D70"/>
                </a:solidFill>
                <a:latin typeface="DejaVu Sans"/>
                <a:ea typeface="DejaVu Sans"/>
                <a:cs typeface="DejaVu Sans"/>
              </a:defRPr>
            </a:lvl4pPr>
            <a:lvl5pPr algn="l">
              <a:defRPr sz="1875" b="1">
                <a:solidFill>
                  <a:srgbClr val="007D70"/>
                </a:solidFill>
                <a:latin typeface="DejaVu Sans"/>
                <a:ea typeface="DejaVu Sans"/>
                <a:cs typeface="DejaVu Sans"/>
              </a:defRPr>
            </a:lvl5pPr>
            <a:lvl6pPr algn="l">
              <a:defRPr sz="1875" b="1">
                <a:solidFill>
                  <a:srgbClr val="007D70"/>
                </a:solidFill>
                <a:latin typeface="DejaVu Sans"/>
                <a:ea typeface="DejaVu Sans"/>
                <a:cs typeface="DejaVu Sans"/>
              </a:defRPr>
            </a:lvl6pPr>
            <a:lvl7pPr algn="l">
              <a:defRPr sz="1875" b="1">
                <a:solidFill>
                  <a:srgbClr val="007D70"/>
                </a:solidFill>
                <a:latin typeface="DejaVu Sans"/>
                <a:ea typeface="DejaVu Sans"/>
                <a:cs typeface="DejaVu Sans"/>
              </a:defRPr>
            </a:lvl7pPr>
            <a:lvl8pPr algn="l">
              <a:defRPr sz="1875" b="1">
                <a:solidFill>
                  <a:srgbClr val="007D70"/>
                </a:solidFill>
                <a:latin typeface="DejaVu Sans"/>
                <a:ea typeface="DejaVu Sans"/>
                <a:cs typeface="DejaVu Sans"/>
              </a:defRPr>
            </a:lvl8pPr>
            <a:lvl9pPr algn="l">
              <a:defRPr sz="1875" b="1">
                <a:solidFill>
                  <a:srgbClr val="007D70"/>
                </a:solidFill>
                <a:latin typeface="DejaVu Sans"/>
                <a:ea typeface="DejaVu Sans"/>
                <a:cs typeface="DejaVu Sans"/>
              </a:defRPr>
            </a:lvl9pPr>
          </a:lstStyle>
          <a:p>
            <a:pPr algn="l">
              <a:defRPr sz="1875" b="1">
                <a:solidFill>
                  <a:srgbClr val="007D70"/>
                </a:solidFill>
                <a:latin typeface="DejaVu Sans"/>
                <a:ea typeface="DejaVu Sans"/>
                <a:cs typeface="DejaVu Sans"/>
              </a:defRPr>
            </a:pPr>
            <a:r>
              <a:rPr sz="1875" b="1">
                <a:solidFill>
                  <a:srgbClr val="007D70"/>
                </a:solidFill>
                <a:latin typeface="DejaVu Sans"/>
                <a:ea typeface="DejaVu Sans"/>
                <a:cs typeface="DejaVu Sans"/>
              </a:rPr>
              <a:t>Clasificadores independientes</a:t>
            </a:r>
          </a:p>
        </p:txBody>
      </p:sp>
      <p:sp>
        <p:nvSpPr>
          <p:cNvPr id="4" name="text-57">
            <a:extLst>
              <a:ext uri="{FF2B5EF4-FFF2-40B4-BE49-F238E27FC236}">
                <a16:creationId xmlns:a16="http://schemas.microsoft.com/office/drawing/2014/main" id="{94FBD587-9067-45BB-8478-97B917F15611}"/>
              </a:ext>
            </a:extLst>
          </p:cNvPr>
          <p:cNvSpPr>
            <a:spLocks noGrp="1"/>
          </p:cNvSpPr>
          <p:nvPr/>
        </p:nvSpPr>
        <p:spPr>
          <a:xfrm>
            <a:off x="6800850" y="1933575"/>
            <a:ext cx="4838700" cy="476250"/>
          </a:xfrm>
          <a:prstGeom prst="rect">
            <a:avLst/>
          </a:prstGeom>
          <a:noFill/>
          <a:ln w="0">
            <a:noFill/>
            <a:prstDash val="solid"/>
          </a:ln>
        </p:spPr>
        <p:txBody>
          <a:bodyPr wrap="square" lIns="0" tIns="0" rIns="0" bIns="0" anchor="t">
            <a:noAutofit/>
          </a:bodyPr>
          <a:lstStyle>
            <a:defPPr algn="l">
              <a:defRPr sz="1875" b="0">
                <a:solidFill>
                  <a:srgbClr val="12313F"/>
                </a:solidFill>
                <a:latin typeface="DejaVu Sans"/>
                <a:ea typeface="DejaVu Sans"/>
                <a:cs typeface="DejaVu Sans"/>
              </a:defRPr>
            </a:defPPr>
            <a:lvl1pPr algn="l">
              <a:defRPr sz="1875" b="0">
                <a:solidFill>
                  <a:srgbClr val="12313F"/>
                </a:solidFill>
                <a:latin typeface="DejaVu Sans"/>
                <a:ea typeface="DejaVu Sans"/>
                <a:cs typeface="DejaVu Sans"/>
              </a:defRPr>
            </a:lvl1pPr>
            <a:lvl2pPr algn="l">
              <a:defRPr sz="1875" b="0">
                <a:solidFill>
                  <a:srgbClr val="12313F"/>
                </a:solidFill>
                <a:latin typeface="DejaVu Sans"/>
                <a:ea typeface="DejaVu Sans"/>
                <a:cs typeface="DejaVu Sans"/>
              </a:defRPr>
            </a:lvl2pPr>
            <a:lvl3pPr algn="l">
              <a:defRPr sz="1875" b="0">
                <a:solidFill>
                  <a:srgbClr val="12313F"/>
                </a:solidFill>
                <a:latin typeface="DejaVu Sans"/>
                <a:ea typeface="DejaVu Sans"/>
                <a:cs typeface="DejaVu Sans"/>
              </a:defRPr>
            </a:lvl3pPr>
            <a:lvl4pPr algn="l">
              <a:defRPr sz="1875" b="0">
                <a:solidFill>
                  <a:srgbClr val="12313F"/>
                </a:solidFill>
                <a:latin typeface="DejaVu Sans"/>
                <a:ea typeface="DejaVu Sans"/>
                <a:cs typeface="DejaVu Sans"/>
              </a:defRPr>
            </a:lvl4pPr>
            <a:lvl5pPr algn="l">
              <a:defRPr sz="1875" b="0">
                <a:solidFill>
                  <a:srgbClr val="12313F"/>
                </a:solidFill>
                <a:latin typeface="DejaVu Sans"/>
                <a:ea typeface="DejaVu Sans"/>
                <a:cs typeface="DejaVu Sans"/>
              </a:defRPr>
            </a:lvl5pPr>
            <a:lvl6pPr algn="l">
              <a:defRPr sz="1875" b="0">
                <a:solidFill>
                  <a:srgbClr val="12313F"/>
                </a:solidFill>
                <a:latin typeface="DejaVu Sans"/>
                <a:ea typeface="DejaVu Sans"/>
                <a:cs typeface="DejaVu Sans"/>
              </a:defRPr>
            </a:lvl6pPr>
            <a:lvl7pPr algn="l">
              <a:defRPr sz="1875" b="0">
                <a:solidFill>
                  <a:srgbClr val="12313F"/>
                </a:solidFill>
                <a:latin typeface="DejaVu Sans"/>
                <a:ea typeface="DejaVu Sans"/>
                <a:cs typeface="DejaVu Sans"/>
              </a:defRPr>
            </a:lvl7pPr>
            <a:lvl8pPr algn="l">
              <a:defRPr sz="1875" b="0">
                <a:solidFill>
                  <a:srgbClr val="12313F"/>
                </a:solidFill>
                <a:latin typeface="DejaVu Sans"/>
                <a:ea typeface="DejaVu Sans"/>
                <a:cs typeface="DejaVu Sans"/>
              </a:defRPr>
            </a:lvl8pPr>
            <a:lvl9pPr algn="l">
              <a:defRPr sz="1875" b="0">
                <a:solidFill>
                  <a:srgbClr val="12313F"/>
                </a:solidFill>
                <a:latin typeface="DejaVu Sans"/>
                <a:ea typeface="DejaVu Sans"/>
                <a:cs typeface="DejaVu Sans"/>
              </a:defRPr>
            </a:lvl9pPr>
          </a:lstStyle>
          <a:p>
            <a:pPr algn="l">
              <a:defRPr sz="1875" b="0">
                <a:solidFill>
                  <a:srgbClr val="12313F"/>
                </a:solidFill>
                <a:latin typeface="DejaVu Sans"/>
                <a:ea typeface="DejaVu Sans"/>
                <a:cs typeface="DejaVu Sans"/>
              </a:defRPr>
            </a:pPr>
            <a:r>
              <a:rPr sz="1875" b="0">
                <a:solidFill>
                  <a:srgbClr val="12313F"/>
                </a:solidFill>
                <a:latin typeface="DejaVu Sans"/>
                <a:ea typeface="DejaVu Sans"/>
                <a:cs typeface="DejaVu Sans"/>
              </a:rPr>
              <a:t>Video en tiempo real</a:t>
            </a:r>
          </a:p>
        </p:txBody>
      </p:sp>
      <p:sp>
        <p:nvSpPr>
          <p:cNvPr id="5" name="text-58">
            <a:extLst>
              <a:ext uri="{FF2B5EF4-FFF2-40B4-BE49-F238E27FC236}">
                <a16:creationId xmlns:a16="http://schemas.microsoft.com/office/drawing/2014/main" id="{9D38805B-7541-4E84-B94E-CD8617AF439C}"/>
              </a:ext>
            </a:extLst>
          </p:cNvPr>
          <p:cNvSpPr>
            <a:spLocks noGrp="1"/>
          </p:cNvSpPr>
          <p:nvPr/>
        </p:nvSpPr>
        <p:spPr>
          <a:xfrm>
            <a:off x="6800850" y="2476500"/>
            <a:ext cx="4838700" cy="476250"/>
          </a:xfrm>
          <a:prstGeom prst="rect">
            <a:avLst/>
          </a:prstGeom>
          <a:noFill/>
          <a:ln w="0">
            <a:noFill/>
            <a:prstDash val="solid"/>
          </a:ln>
        </p:spPr>
        <p:txBody>
          <a:bodyPr wrap="square" lIns="0" tIns="0" rIns="0" bIns="0" anchor="t">
            <a:noAutofit/>
          </a:bodyPr>
          <a:lstStyle>
            <a:defPPr algn="l">
              <a:defRPr sz="1875" b="0">
                <a:solidFill>
                  <a:srgbClr val="12313F"/>
                </a:solidFill>
                <a:latin typeface="DejaVu Sans"/>
                <a:ea typeface="DejaVu Sans"/>
                <a:cs typeface="DejaVu Sans"/>
              </a:defRPr>
            </a:defPPr>
            <a:lvl1pPr algn="l">
              <a:defRPr sz="1875" b="0">
                <a:solidFill>
                  <a:srgbClr val="12313F"/>
                </a:solidFill>
                <a:latin typeface="DejaVu Sans"/>
                <a:ea typeface="DejaVu Sans"/>
                <a:cs typeface="DejaVu Sans"/>
              </a:defRPr>
            </a:lvl1pPr>
            <a:lvl2pPr algn="l">
              <a:defRPr sz="1875" b="0">
                <a:solidFill>
                  <a:srgbClr val="12313F"/>
                </a:solidFill>
                <a:latin typeface="DejaVu Sans"/>
                <a:ea typeface="DejaVu Sans"/>
                <a:cs typeface="DejaVu Sans"/>
              </a:defRPr>
            </a:lvl2pPr>
            <a:lvl3pPr algn="l">
              <a:defRPr sz="1875" b="0">
                <a:solidFill>
                  <a:srgbClr val="12313F"/>
                </a:solidFill>
                <a:latin typeface="DejaVu Sans"/>
                <a:ea typeface="DejaVu Sans"/>
                <a:cs typeface="DejaVu Sans"/>
              </a:defRPr>
            </a:lvl3pPr>
            <a:lvl4pPr algn="l">
              <a:defRPr sz="1875" b="0">
                <a:solidFill>
                  <a:srgbClr val="12313F"/>
                </a:solidFill>
                <a:latin typeface="DejaVu Sans"/>
                <a:ea typeface="DejaVu Sans"/>
                <a:cs typeface="DejaVu Sans"/>
              </a:defRPr>
            </a:lvl4pPr>
            <a:lvl5pPr algn="l">
              <a:defRPr sz="1875" b="0">
                <a:solidFill>
                  <a:srgbClr val="12313F"/>
                </a:solidFill>
                <a:latin typeface="DejaVu Sans"/>
                <a:ea typeface="DejaVu Sans"/>
                <a:cs typeface="DejaVu Sans"/>
              </a:defRPr>
            </a:lvl5pPr>
            <a:lvl6pPr algn="l">
              <a:defRPr sz="1875" b="0">
                <a:solidFill>
                  <a:srgbClr val="12313F"/>
                </a:solidFill>
                <a:latin typeface="DejaVu Sans"/>
                <a:ea typeface="DejaVu Sans"/>
                <a:cs typeface="DejaVu Sans"/>
              </a:defRPr>
            </a:lvl6pPr>
            <a:lvl7pPr algn="l">
              <a:defRPr sz="1875" b="0">
                <a:solidFill>
                  <a:srgbClr val="12313F"/>
                </a:solidFill>
                <a:latin typeface="DejaVu Sans"/>
                <a:ea typeface="DejaVu Sans"/>
                <a:cs typeface="DejaVu Sans"/>
              </a:defRPr>
            </a:lvl7pPr>
            <a:lvl8pPr algn="l">
              <a:defRPr sz="1875" b="0">
                <a:solidFill>
                  <a:srgbClr val="12313F"/>
                </a:solidFill>
                <a:latin typeface="DejaVu Sans"/>
                <a:ea typeface="DejaVu Sans"/>
                <a:cs typeface="DejaVu Sans"/>
              </a:defRPr>
            </a:lvl8pPr>
            <a:lvl9pPr algn="l">
              <a:defRPr sz="1875" b="0">
                <a:solidFill>
                  <a:srgbClr val="12313F"/>
                </a:solidFill>
                <a:latin typeface="DejaVu Sans"/>
                <a:ea typeface="DejaVu Sans"/>
                <a:cs typeface="DejaVu Sans"/>
              </a:defRPr>
            </a:lvl9pPr>
          </a:lstStyle>
          <a:p>
            <a:pPr algn="l">
              <a:defRPr sz="1875" b="0">
                <a:solidFill>
                  <a:srgbClr val="12313F"/>
                </a:solidFill>
                <a:latin typeface="DejaVu Sans"/>
                <a:ea typeface="DejaVu Sans"/>
                <a:cs typeface="DejaVu Sans"/>
              </a:defRPr>
            </a:pPr>
            <a:r>
              <a:rPr sz="1875" b="0">
                <a:solidFill>
                  <a:srgbClr val="12313F"/>
                </a:solidFill>
                <a:latin typeface="DejaVu Sans"/>
                <a:ea typeface="DejaVu Sans"/>
                <a:cs typeface="DejaVu Sans"/>
              </a:rPr>
              <a:t>Presencia o ausencia por elemento</a:t>
            </a:r>
          </a:p>
        </p:txBody>
      </p:sp>
      <p:sp>
        <p:nvSpPr>
          <p:cNvPr id="6" name="text-59">
            <a:extLst>
              <a:ext uri="{FF2B5EF4-FFF2-40B4-BE49-F238E27FC236}">
                <a16:creationId xmlns:a16="http://schemas.microsoft.com/office/drawing/2014/main" id="{10616D4A-D857-496A-83DB-7E5A0148D09F}"/>
              </a:ext>
            </a:extLst>
          </p:cNvPr>
          <p:cNvSpPr>
            <a:spLocks noGrp="1"/>
          </p:cNvSpPr>
          <p:nvPr/>
        </p:nvSpPr>
        <p:spPr>
          <a:xfrm>
            <a:off x="6800850" y="3019425"/>
            <a:ext cx="4838700" cy="476250"/>
          </a:xfrm>
          <a:prstGeom prst="rect">
            <a:avLst/>
          </a:prstGeom>
          <a:noFill/>
          <a:ln w="0">
            <a:noFill/>
            <a:prstDash val="solid"/>
          </a:ln>
        </p:spPr>
        <p:txBody>
          <a:bodyPr wrap="square" lIns="0" tIns="0" rIns="0" bIns="0" anchor="t">
            <a:noAutofit/>
          </a:bodyPr>
          <a:lstStyle>
            <a:defPPr algn="l">
              <a:defRPr sz="1875" b="0">
                <a:solidFill>
                  <a:srgbClr val="12313F"/>
                </a:solidFill>
                <a:latin typeface="DejaVu Sans"/>
                <a:ea typeface="DejaVu Sans"/>
                <a:cs typeface="DejaVu Sans"/>
              </a:defRPr>
            </a:defPPr>
            <a:lvl1pPr algn="l">
              <a:defRPr sz="1875" b="0">
                <a:solidFill>
                  <a:srgbClr val="12313F"/>
                </a:solidFill>
                <a:latin typeface="DejaVu Sans"/>
                <a:ea typeface="DejaVu Sans"/>
                <a:cs typeface="DejaVu Sans"/>
              </a:defRPr>
            </a:lvl1pPr>
            <a:lvl2pPr algn="l">
              <a:defRPr sz="1875" b="0">
                <a:solidFill>
                  <a:srgbClr val="12313F"/>
                </a:solidFill>
                <a:latin typeface="DejaVu Sans"/>
                <a:ea typeface="DejaVu Sans"/>
                <a:cs typeface="DejaVu Sans"/>
              </a:defRPr>
            </a:lvl2pPr>
            <a:lvl3pPr algn="l">
              <a:defRPr sz="1875" b="0">
                <a:solidFill>
                  <a:srgbClr val="12313F"/>
                </a:solidFill>
                <a:latin typeface="DejaVu Sans"/>
                <a:ea typeface="DejaVu Sans"/>
                <a:cs typeface="DejaVu Sans"/>
              </a:defRPr>
            </a:lvl3pPr>
            <a:lvl4pPr algn="l">
              <a:defRPr sz="1875" b="0">
                <a:solidFill>
                  <a:srgbClr val="12313F"/>
                </a:solidFill>
                <a:latin typeface="DejaVu Sans"/>
                <a:ea typeface="DejaVu Sans"/>
                <a:cs typeface="DejaVu Sans"/>
              </a:defRPr>
            </a:lvl4pPr>
            <a:lvl5pPr algn="l">
              <a:defRPr sz="1875" b="0">
                <a:solidFill>
                  <a:srgbClr val="12313F"/>
                </a:solidFill>
                <a:latin typeface="DejaVu Sans"/>
                <a:ea typeface="DejaVu Sans"/>
                <a:cs typeface="DejaVu Sans"/>
              </a:defRPr>
            </a:lvl5pPr>
            <a:lvl6pPr algn="l">
              <a:defRPr sz="1875" b="0">
                <a:solidFill>
                  <a:srgbClr val="12313F"/>
                </a:solidFill>
                <a:latin typeface="DejaVu Sans"/>
                <a:ea typeface="DejaVu Sans"/>
                <a:cs typeface="DejaVu Sans"/>
              </a:defRPr>
            </a:lvl6pPr>
            <a:lvl7pPr algn="l">
              <a:defRPr sz="1875" b="0">
                <a:solidFill>
                  <a:srgbClr val="12313F"/>
                </a:solidFill>
                <a:latin typeface="DejaVu Sans"/>
                <a:ea typeface="DejaVu Sans"/>
                <a:cs typeface="DejaVu Sans"/>
              </a:defRPr>
            </a:lvl7pPr>
            <a:lvl8pPr algn="l">
              <a:defRPr sz="1875" b="0">
                <a:solidFill>
                  <a:srgbClr val="12313F"/>
                </a:solidFill>
                <a:latin typeface="DejaVu Sans"/>
                <a:ea typeface="DejaVu Sans"/>
                <a:cs typeface="DejaVu Sans"/>
              </a:defRPr>
            </a:lvl8pPr>
            <a:lvl9pPr algn="l">
              <a:defRPr sz="1875" b="0">
                <a:solidFill>
                  <a:srgbClr val="12313F"/>
                </a:solidFill>
                <a:latin typeface="DejaVu Sans"/>
                <a:ea typeface="DejaVu Sans"/>
                <a:cs typeface="DejaVu Sans"/>
              </a:defRPr>
            </a:lvl9pPr>
          </a:lstStyle>
          <a:p>
            <a:pPr algn="l">
              <a:defRPr sz="1875" b="0">
                <a:solidFill>
                  <a:srgbClr val="12313F"/>
                </a:solidFill>
                <a:latin typeface="DejaVu Sans"/>
                <a:ea typeface="DejaVu Sans"/>
                <a:cs typeface="DejaVu Sans"/>
              </a:defRPr>
            </a:pPr>
            <a:r>
              <a:rPr sz="1875" b="0">
                <a:solidFill>
                  <a:srgbClr val="12313F"/>
                </a:solidFill>
                <a:latin typeface="DejaVu Sans"/>
                <a:ea typeface="DejaVu Sans"/>
                <a:cs typeface="DejaVu Sans"/>
              </a:rPr>
              <a:t>Estabilización de las predicciones</a:t>
            </a:r>
          </a:p>
        </p:txBody>
      </p:sp>
      <p:sp>
        <p:nvSpPr>
          <p:cNvPr id="7" name="text-60">
            <a:extLst>
              <a:ext uri="{FF2B5EF4-FFF2-40B4-BE49-F238E27FC236}">
                <a16:creationId xmlns:a16="http://schemas.microsoft.com/office/drawing/2014/main" id="{D846C964-EFE5-47CB-84B5-290A4C0E2521}"/>
              </a:ext>
            </a:extLst>
          </p:cNvPr>
          <p:cNvSpPr>
            <a:spLocks noGrp="1"/>
          </p:cNvSpPr>
          <p:nvPr/>
        </p:nvSpPr>
        <p:spPr>
          <a:xfrm>
            <a:off x="6800850" y="3562350"/>
            <a:ext cx="4838700" cy="476250"/>
          </a:xfrm>
          <a:prstGeom prst="rect">
            <a:avLst/>
          </a:prstGeom>
          <a:noFill/>
          <a:ln w="0">
            <a:noFill/>
            <a:prstDash val="solid"/>
          </a:ln>
        </p:spPr>
        <p:txBody>
          <a:bodyPr wrap="square" lIns="0" tIns="0" rIns="0" bIns="0" anchor="t">
            <a:noAutofit/>
          </a:bodyPr>
          <a:lstStyle>
            <a:defPPr algn="l">
              <a:defRPr sz="1875" b="0">
                <a:solidFill>
                  <a:srgbClr val="12313F"/>
                </a:solidFill>
                <a:latin typeface="DejaVu Sans"/>
                <a:ea typeface="DejaVu Sans"/>
                <a:cs typeface="DejaVu Sans"/>
              </a:defRPr>
            </a:defPPr>
            <a:lvl1pPr algn="l">
              <a:defRPr sz="1875" b="0">
                <a:solidFill>
                  <a:srgbClr val="12313F"/>
                </a:solidFill>
                <a:latin typeface="DejaVu Sans"/>
                <a:ea typeface="DejaVu Sans"/>
                <a:cs typeface="DejaVu Sans"/>
              </a:defRPr>
            </a:lvl1pPr>
            <a:lvl2pPr algn="l">
              <a:defRPr sz="1875" b="0">
                <a:solidFill>
                  <a:srgbClr val="12313F"/>
                </a:solidFill>
                <a:latin typeface="DejaVu Sans"/>
                <a:ea typeface="DejaVu Sans"/>
                <a:cs typeface="DejaVu Sans"/>
              </a:defRPr>
            </a:lvl2pPr>
            <a:lvl3pPr algn="l">
              <a:defRPr sz="1875" b="0">
                <a:solidFill>
                  <a:srgbClr val="12313F"/>
                </a:solidFill>
                <a:latin typeface="DejaVu Sans"/>
                <a:ea typeface="DejaVu Sans"/>
                <a:cs typeface="DejaVu Sans"/>
              </a:defRPr>
            </a:lvl3pPr>
            <a:lvl4pPr algn="l">
              <a:defRPr sz="1875" b="0">
                <a:solidFill>
                  <a:srgbClr val="12313F"/>
                </a:solidFill>
                <a:latin typeface="DejaVu Sans"/>
                <a:ea typeface="DejaVu Sans"/>
                <a:cs typeface="DejaVu Sans"/>
              </a:defRPr>
            </a:lvl4pPr>
            <a:lvl5pPr algn="l">
              <a:defRPr sz="1875" b="0">
                <a:solidFill>
                  <a:srgbClr val="12313F"/>
                </a:solidFill>
                <a:latin typeface="DejaVu Sans"/>
                <a:ea typeface="DejaVu Sans"/>
                <a:cs typeface="DejaVu Sans"/>
              </a:defRPr>
            </a:lvl5pPr>
            <a:lvl6pPr algn="l">
              <a:defRPr sz="1875" b="0">
                <a:solidFill>
                  <a:srgbClr val="12313F"/>
                </a:solidFill>
                <a:latin typeface="DejaVu Sans"/>
                <a:ea typeface="DejaVu Sans"/>
                <a:cs typeface="DejaVu Sans"/>
              </a:defRPr>
            </a:lvl6pPr>
            <a:lvl7pPr algn="l">
              <a:defRPr sz="1875" b="0">
                <a:solidFill>
                  <a:srgbClr val="12313F"/>
                </a:solidFill>
                <a:latin typeface="DejaVu Sans"/>
                <a:ea typeface="DejaVu Sans"/>
                <a:cs typeface="DejaVu Sans"/>
              </a:defRPr>
            </a:lvl7pPr>
            <a:lvl8pPr algn="l">
              <a:defRPr sz="1875" b="0">
                <a:solidFill>
                  <a:srgbClr val="12313F"/>
                </a:solidFill>
                <a:latin typeface="DejaVu Sans"/>
                <a:ea typeface="DejaVu Sans"/>
                <a:cs typeface="DejaVu Sans"/>
              </a:defRPr>
            </a:lvl8pPr>
            <a:lvl9pPr algn="l">
              <a:defRPr sz="1875" b="0">
                <a:solidFill>
                  <a:srgbClr val="12313F"/>
                </a:solidFill>
                <a:latin typeface="DejaVu Sans"/>
                <a:ea typeface="DejaVu Sans"/>
                <a:cs typeface="DejaVu Sans"/>
              </a:defRPr>
            </a:lvl9pPr>
          </a:lstStyle>
          <a:p>
            <a:pPr algn="l">
              <a:defRPr sz="1875" b="0">
                <a:solidFill>
                  <a:srgbClr val="12313F"/>
                </a:solidFill>
                <a:latin typeface="DejaVu Sans"/>
                <a:ea typeface="DejaVu Sans"/>
                <a:cs typeface="DejaVu Sans"/>
              </a:defRPr>
            </a:pPr>
            <a:r>
              <a:rPr sz="1875" b="0">
                <a:solidFill>
                  <a:srgbClr val="12313F"/>
                </a:solidFill>
                <a:latin typeface="DejaVu Sans"/>
                <a:ea typeface="DejaVu Sans"/>
                <a:cs typeface="DejaVu Sans"/>
              </a:rPr>
              <a:t>Alertas visuales y por voz</a:t>
            </a:r>
          </a:p>
        </p:txBody>
      </p:sp>
      <p:sp>
        <p:nvSpPr>
          <p:cNvPr id="8" name="text-61">
            <a:extLst>
              <a:ext uri="{FF2B5EF4-FFF2-40B4-BE49-F238E27FC236}">
                <a16:creationId xmlns:a16="http://schemas.microsoft.com/office/drawing/2014/main" id="{127DDB89-5150-4242-A732-8CBA441777C9}"/>
              </a:ext>
            </a:extLst>
          </p:cNvPr>
          <p:cNvSpPr>
            <a:spLocks noGrp="1"/>
          </p:cNvSpPr>
          <p:nvPr/>
        </p:nvSpPr>
        <p:spPr>
          <a:xfrm>
            <a:off x="6800850" y="4333875"/>
            <a:ext cx="4838700" cy="400050"/>
          </a:xfrm>
          <a:prstGeom prst="rect">
            <a:avLst/>
          </a:prstGeom>
          <a:noFill/>
          <a:ln w="0">
            <a:noFill/>
            <a:prstDash val="solid"/>
          </a:ln>
        </p:spPr>
        <p:txBody>
          <a:bodyPr wrap="square" lIns="0" tIns="0" rIns="0" bIns="0" anchor="t">
            <a:noAutofit/>
          </a:bodyPr>
          <a:lstStyle>
            <a:defPPr algn="l">
              <a:defRPr sz="2175" b="1">
                <a:solidFill>
                  <a:srgbClr val="007D70"/>
                </a:solidFill>
                <a:latin typeface="DejaVu Sans"/>
                <a:ea typeface="DejaVu Sans"/>
                <a:cs typeface="DejaVu Sans"/>
              </a:defRPr>
            </a:defPPr>
            <a:lvl1pPr algn="l">
              <a:defRPr sz="2175" b="1">
                <a:solidFill>
                  <a:srgbClr val="007D70"/>
                </a:solidFill>
                <a:latin typeface="DejaVu Sans"/>
                <a:ea typeface="DejaVu Sans"/>
                <a:cs typeface="DejaVu Sans"/>
              </a:defRPr>
            </a:lvl1pPr>
            <a:lvl2pPr algn="l">
              <a:defRPr sz="2175" b="1">
                <a:solidFill>
                  <a:srgbClr val="007D70"/>
                </a:solidFill>
                <a:latin typeface="DejaVu Sans"/>
                <a:ea typeface="DejaVu Sans"/>
                <a:cs typeface="DejaVu Sans"/>
              </a:defRPr>
            </a:lvl2pPr>
            <a:lvl3pPr algn="l">
              <a:defRPr sz="2175" b="1">
                <a:solidFill>
                  <a:srgbClr val="007D70"/>
                </a:solidFill>
                <a:latin typeface="DejaVu Sans"/>
                <a:ea typeface="DejaVu Sans"/>
                <a:cs typeface="DejaVu Sans"/>
              </a:defRPr>
            </a:lvl3pPr>
            <a:lvl4pPr algn="l">
              <a:defRPr sz="2175" b="1">
                <a:solidFill>
                  <a:srgbClr val="007D70"/>
                </a:solidFill>
                <a:latin typeface="DejaVu Sans"/>
                <a:ea typeface="DejaVu Sans"/>
                <a:cs typeface="DejaVu Sans"/>
              </a:defRPr>
            </a:lvl4pPr>
            <a:lvl5pPr algn="l">
              <a:defRPr sz="2175" b="1">
                <a:solidFill>
                  <a:srgbClr val="007D70"/>
                </a:solidFill>
                <a:latin typeface="DejaVu Sans"/>
                <a:ea typeface="DejaVu Sans"/>
                <a:cs typeface="DejaVu Sans"/>
              </a:defRPr>
            </a:lvl5pPr>
            <a:lvl6pPr algn="l">
              <a:defRPr sz="2175" b="1">
                <a:solidFill>
                  <a:srgbClr val="007D70"/>
                </a:solidFill>
                <a:latin typeface="DejaVu Sans"/>
                <a:ea typeface="DejaVu Sans"/>
                <a:cs typeface="DejaVu Sans"/>
              </a:defRPr>
            </a:lvl6pPr>
            <a:lvl7pPr algn="l">
              <a:defRPr sz="2175" b="1">
                <a:solidFill>
                  <a:srgbClr val="007D70"/>
                </a:solidFill>
                <a:latin typeface="DejaVu Sans"/>
                <a:ea typeface="DejaVu Sans"/>
                <a:cs typeface="DejaVu Sans"/>
              </a:defRPr>
            </a:lvl7pPr>
            <a:lvl8pPr algn="l">
              <a:defRPr sz="2175" b="1">
                <a:solidFill>
                  <a:srgbClr val="007D70"/>
                </a:solidFill>
                <a:latin typeface="DejaVu Sans"/>
                <a:ea typeface="DejaVu Sans"/>
                <a:cs typeface="DejaVu Sans"/>
              </a:defRPr>
            </a:lvl8pPr>
            <a:lvl9pPr algn="l">
              <a:defRPr sz="2175" b="1">
                <a:solidFill>
                  <a:srgbClr val="007D70"/>
                </a:solidFill>
                <a:latin typeface="DejaVu Sans"/>
                <a:ea typeface="DejaVu Sans"/>
                <a:cs typeface="DejaVu Sans"/>
              </a:defRPr>
            </a:lvl9pPr>
          </a:lstStyle>
          <a:p>
            <a:pPr algn="l">
              <a:defRPr sz="2175" b="1">
                <a:solidFill>
                  <a:srgbClr val="007D70"/>
                </a:solidFill>
                <a:latin typeface="DejaVu Sans"/>
                <a:ea typeface="DejaVu Sans"/>
                <a:cs typeface="DejaVu Sans"/>
              </a:defRPr>
            </a:pPr>
            <a:r>
              <a:rPr sz="2175" b="1">
                <a:solidFill>
                  <a:srgbClr val="007D70"/>
                </a:solidFill>
                <a:latin typeface="DejaVu Sans"/>
                <a:ea typeface="DejaVu Sans"/>
                <a:cs typeface="DejaVu Sans"/>
              </a:rPr>
              <a:t>Registro CSV</a:t>
            </a:r>
          </a:p>
        </p:txBody>
      </p:sp>
      <p:sp>
        <p:nvSpPr>
          <p:cNvPr id="9" name="text-62">
            <a:extLst>
              <a:ext uri="{FF2B5EF4-FFF2-40B4-BE49-F238E27FC236}">
                <a16:creationId xmlns:a16="http://schemas.microsoft.com/office/drawing/2014/main" id="{A096444E-1187-4A4D-840E-A88AC7226533}"/>
              </a:ext>
            </a:extLst>
          </p:cNvPr>
          <p:cNvSpPr>
            <a:spLocks noGrp="1"/>
          </p:cNvSpPr>
          <p:nvPr/>
        </p:nvSpPr>
        <p:spPr>
          <a:xfrm>
            <a:off x="6800850" y="4810125"/>
            <a:ext cx="4838700" cy="742950"/>
          </a:xfrm>
          <a:prstGeom prst="rect">
            <a:avLst/>
          </a:prstGeom>
          <a:noFill/>
          <a:ln w="0">
            <a:noFill/>
            <a:prstDash val="solid"/>
          </a:ln>
        </p:spPr>
        <p:txBody>
          <a:bodyPr wrap="square" lIns="0" tIns="0" rIns="0" bIns="0" anchor="t">
            <a:noAutofit/>
          </a:bodyPr>
          <a:lstStyle>
            <a:defPPr algn="l">
              <a:defRPr sz="1725" b="0">
                <a:solidFill>
                  <a:srgbClr val="536A74"/>
                </a:solidFill>
                <a:latin typeface="DejaVu Sans"/>
                <a:ea typeface="DejaVu Sans"/>
                <a:cs typeface="DejaVu Sans"/>
              </a:defRPr>
            </a:defPPr>
            <a:lvl1pPr algn="l">
              <a:defRPr sz="1725" b="0">
                <a:solidFill>
                  <a:srgbClr val="536A74"/>
                </a:solidFill>
                <a:latin typeface="DejaVu Sans"/>
                <a:ea typeface="DejaVu Sans"/>
                <a:cs typeface="DejaVu Sans"/>
              </a:defRPr>
            </a:lvl1pPr>
            <a:lvl2pPr algn="l">
              <a:defRPr sz="1725" b="0">
                <a:solidFill>
                  <a:srgbClr val="536A74"/>
                </a:solidFill>
                <a:latin typeface="DejaVu Sans"/>
                <a:ea typeface="DejaVu Sans"/>
                <a:cs typeface="DejaVu Sans"/>
              </a:defRPr>
            </a:lvl2pPr>
            <a:lvl3pPr algn="l">
              <a:defRPr sz="1725" b="0">
                <a:solidFill>
                  <a:srgbClr val="536A74"/>
                </a:solidFill>
                <a:latin typeface="DejaVu Sans"/>
                <a:ea typeface="DejaVu Sans"/>
                <a:cs typeface="DejaVu Sans"/>
              </a:defRPr>
            </a:lvl3pPr>
            <a:lvl4pPr algn="l">
              <a:defRPr sz="1725" b="0">
                <a:solidFill>
                  <a:srgbClr val="536A74"/>
                </a:solidFill>
                <a:latin typeface="DejaVu Sans"/>
                <a:ea typeface="DejaVu Sans"/>
                <a:cs typeface="DejaVu Sans"/>
              </a:defRPr>
            </a:lvl4pPr>
            <a:lvl5pPr algn="l">
              <a:defRPr sz="1725" b="0">
                <a:solidFill>
                  <a:srgbClr val="536A74"/>
                </a:solidFill>
                <a:latin typeface="DejaVu Sans"/>
                <a:ea typeface="DejaVu Sans"/>
                <a:cs typeface="DejaVu Sans"/>
              </a:defRPr>
            </a:lvl5pPr>
            <a:lvl6pPr algn="l">
              <a:defRPr sz="1725" b="0">
                <a:solidFill>
                  <a:srgbClr val="536A74"/>
                </a:solidFill>
                <a:latin typeface="DejaVu Sans"/>
                <a:ea typeface="DejaVu Sans"/>
                <a:cs typeface="DejaVu Sans"/>
              </a:defRPr>
            </a:lvl6pPr>
            <a:lvl7pPr algn="l">
              <a:defRPr sz="1725" b="0">
                <a:solidFill>
                  <a:srgbClr val="536A74"/>
                </a:solidFill>
                <a:latin typeface="DejaVu Sans"/>
                <a:ea typeface="DejaVu Sans"/>
                <a:cs typeface="DejaVu Sans"/>
              </a:defRPr>
            </a:lvl7pPr>
            <a:lvl8pPr algn="l">
              <a:defRPr sz="1725" b="0">
                <a:solidFill>
                  <a:srgbClr val="536A74"/>
                </a:solidFill>
                <a:latin typeface="DejaVu Sans"/>
                <a:ea typeface="DejaVu Sans"/>
                <a:cs typeface="DejaVu Sans"/>
              </a:defRPr>
            </a:lvl8pPr>
            <a:lvl9pPr algn="l">
              <a:defRPr sz="1725" b="0">
                <a:solidFill>
                  <a:srgbClr val="536A74"/>
                </a:solidFill>
                <a:latin typeface="DejaVu Sans"/>
                <a:ea typeface="DejaVu Sans"/>
                <a:cs typeface="DejaVu Sans"/>
              </a:defRPr>
            </a:lvl9pPr>
          </a:lstStyle>
          <a:p>
            <a:pPr algn="l">
              <a:defRPr sz="1725" b="0">
                <a:solidFill>
                  <a:srgbClr val="536A74"/>
                </a:solidFill>
                <a:latin typeface="DejaVu Sans"/>
                <a:ea typeface="DejaVu Sans"/>
                <a:cs typeface="DejaVu Sans"/>
              </a:defRPr>
            </a:pPr>
            <a:r>
              <a:rPr sz="1725" b="0">
                <a:solidFill>
                  <a:srgbClr val="536A74"/>
                </a:solidFill>
                <a:latin typeface="DejaVu Sans"/>
                <a:ea typeface="DejaVu Sans"/>
                <a:cs typeface="DejaVu Sans"/>
              </a:rPr>
              <a:t>Fecha y hora, usuario, CI, actividad,</a:t>
            </a:r>
          </a:p>
          <a:p>
            <a:pPr algn="l">
              <a:defRPr sz="1725" b="0">
                <a:solidFill>
                  <a:srgbClr val="536A74"/>
                </a:solidFill>
                <a:latin typeface="DejaVu Sans"/>
                <a:ea typeface="DejaVu Sans"/>
                <a:cs typeface="DejaVu Sans"/>
              </a:defRPr>
            </a:pPr>
            <a:r>
              <a:rPr sz="1725" b="0">
                <a:solidFill>
                  <a:srgbClr val="536A74"/>
                </a:solidFill>
                <a:latin typeface="DejaVu Sans"/>
                <a:ea typeface="DejaVu Sans"/>
                <a:cs typeface="DejaVu Sans"/>
              </a:rPr>
              <a:t>resultado y elementos faltantes</a:t>
            </a:r>
          </a:p>
        </p:txBody>
      </p:sp>
      <p:sp>
        <p:nvSpPr>
          <p:cNvPr id="10" name="text-63">
            <a:extLst>
              <a:ext uri="{FF2B5EF4-FFF2-40B4-BE49-F238E27FC236}">
                <a16:creationId xmlns:a16="http://schemas.microsoft.com/office/drawing/2014/main" id="{798405E7-A633-4CB9-80B4-6F91C45DA743}"/>
              </a:ext>
            </a:extLst>
          </p:cNvPr>
          <p:cNvSpPr>
            <a:spLocks noGrp="1"/>
          </p:cNvSpPr>
          <p:nvPr/>
        </p:nvSpPr>
        <p:spPr>
          <a:xfrm>
            <a:off x="6800850" y="5715000"/>
            <a:ext cx="4838700" cy="304800"/>
          </a:xfrm>
          <a:prstGeom prst="rect">
            <a:avLst/>
          </a:prstGeom>
          <a:noFill/>
          <a:ln w="0">
            <a:noFill/>
            <a:prstDash val="solid"/>
          </a:ln>
        </p:spPr>
        <p:txBody>
          <a:bodyPr wrap="square" lIns="0" tIns="0" rIns="0" bIns="0" anchor="t">
            <a:noAutofit/>
          </a:bodyPr>
          <a:lstStyle>
            <a:defPPr algn="l">
              <a:defRPr sz="1575" b="0">
                <a:solidFill>
                  <a:srgbClr val="536A74"/>
                </a:solidFill>
                <a:latin typeface="DejaVu Sans"/>
                <a:ea typeface="DejaVu Sans"/>
                <a:cs typeface="DejaVu Sans"/>
              </a:defRPr>
            </a:defPPr>
            <a:lvl1pPr algn="l">
              <a:defRPr sz="1575" b="0">
                <a:solidFill>
                  <a:srgbClr val="536A74"/>
                </a:solidFill>
                <a:latin typeface="DejaVu Sans"/>
                <a:ea typeface="DejaVu Sans"/>
                <a:cs typeface="DejaVu Sans"/>
              </a:defRPr>
            </a:lvl1pPr>
            <a:lvl2pPr algn="l">
              <a:defRPr sz="1575" b="0">
                <a:solidFill>
                  <a:srgbClr val="536A74"/>
                </a:solidFill>
                <a:latin typeface="DejaVu Sans"/>
                <a:ea typeface="DejaVu Sans"/>
                <a:cs typeface="DejaVu Sans"/>
              </a:defRPr>
            </a:lvl2pPr>
            <a:lvl3pPr algn="l">
              <a:defRPr sz="1575" b="0">
                <a:solidFill>
                  <a:srgbClr val="536A74"/>
                </a:solidFill>
                <a:latin typeface="DejaVu Sans"/>
                <a:ea typeface="DejaVu Sans"/>
                <a:cs typeface="DejaVu Sans"/>
              </a:defRPr>
            </a:lvl3pPr>
            <a:lvl4pPr algn="l">
              <a:defRPr sz="1575" b="0">
                <a:solidFill>
                  <a:srgbClr val="536A74"/>
                </a:solidFill>
                <a:latin typeface="DejaVu Sans"/>
                <a:ea typeface="DejaVu Sans"/>
                <a:cs typeface="DejaVu Sans"/>
              </a:defRPr>
            </a:lvl4pPr>
            <a:lvl5pPr algn="l">
              <a:defRPr sz="1575" b="0">
                <a:solidFill>
                  <a:srgbClr val="536A74"/>
                </a:solidFill>
                <a:latin typeface="DejaVu Sans"/>
                <a:ea typeface="DejaVu Sans"/>
                <a:cs typeface="DejaVu Sans"/>
              </a:defRPr>
            </a:lvl5pPr>
            <a:lvl6pPr algn="l">
              <a:defRPr sz="1575" b="0">
                <a:solidFill>
                  <a:srgbClr val="536A74"/>
                </a:solidFill>
                <a:latin typeface="DejaVu Sans"/>
                <a:ea typeface="DejaVu Sans"/>
                <a:cs typeface="DejaVu Sans"/>
              </a:defRPr>
            </a:lvl6pPr>
            <a:lvl7pPr algn="l">
              <a:defRPr sz="1575" b="0">
                <a:solidFill>
                  <a:srgbClr val="536A74"/>
                </a:solidFill>
                <a:latin typeface="DejaVu Sans"/>
                <a:ea typeface="DejaVu Sans"/>
                <a:cs typeface="DejaVu Sans"/>
              </a:defRPr>
            </a:lvl7pPr>
            <a:lvl8pPr algn="l">
              <a:defRPr sz="1575" b="0">
                <a:solidFill>
                  <a:srgbClr val="536A74"/>
                </a:solidFill>
                <a:latin typeface="DejaVu Sans"/>
                <a:ea typeface="DejaVu Sans"/>
                <a:cs typeface="DejaVu Sans"/>
              </a:defRPr>
            </a:lvl8pPr>
            <a:lvl9pPr algn="l">
              <a:defRPr sz="1575" b="0">
                <a:solidFill>
                  <a:srgbClr val="536A74"/>
                </a:solidFill>
                <a:latin typeface="DejaVu Sans"/>
                <a:ea typeface="DejaVu Sans"/>
                <a:cs typeface="DejaVu Sans"/>
              </a:defRPr>
            </a:lvl9pPr>
          </a:lstStyle>
          <a:p>
            <a:pPr algn="l">
              <a:defRPr sz="1575" b="0">
                <a:solidFill>
                  <a:srgbClr val="536A74"/>
                </a:solidFill>
                <a:latin typeface="DejaVu Sans"/>
                <a:ea typeface="DejaVu Sans"/>
                <a:cs typeface="DejaVu Sans"/>
              </a:defRPr>
            </a:pPr>
            <a:r>
              <a:rPr sz="1575" b="0">
                <a:solidFill>
                  <a:srgbClr val="536A74"/>
                </a:solidFill>
                <a:latin typeface="DejaVu Sans"/>
                <a:ea typeface="DejaVu Sans"/>
                <a:cs typeface="DejaVu Sans"/>
              </a:rPr>
              <a:t>Evaluación cuantitativa pendiente</a:t>
            </a:r>
          </a:p>
        </p:txBody>
      </p:sp>
      <p:sp>
        <p:nvSpPr>
          <p:cNvPr id="11" name="text-64">
            <a:extLst>
              <a:ext uri="{FF2B5EF4-FFF2-40B4-BE49-F238E27FC236}">
                <a16:creationId xmlns:a16="http://schemas.microsoft.com/office/drawing/2014/main" id="{10C8084E-E99D-4EAA-B57E-6EAC80D3DF0B}"/>
              </a:ext>
            </a:extLst>
          </p:cNvPr>
          <p:cNvSpPr>
            <a:spLocks noGrp="1"/>
          </p:cNvSpPr>
          <p:nvPr/>
        </p:nvSpPr>
        <p:spPr>
          <a:xfrm>
            <a:off x="533400" y="6200775"/>
            <a:ext cx="11125200" cy="409575"/>
          </a:xfrm>
          <a:prstGeom prst="rect">
            <a:avLst/>
          </a:prstGeom>
          <a:noFill/>
          <a:ln w="0">
            <a:noFill/>
            <a:prstDash val="solid"/>
          </a:ln>
        </p:spPr>
        <p:txBody>
          <a:bodyPr wrap="square" lIns="0" tIns="0" rIns="0" bIns="0" anchor="t">
            <a:noAutofit/>
          </a:bodyPr>
          <a:lstStyle>
            <a:defPPr algn="l">
              <a:defRPr sz="2175" b="1">
                <a:solidFill>
                  <a:srgbClr val="12313F"/>
                </a:solidFill>
                <a:latin typeface="DejaVu Sans"/>
                <a:ea typeface="DejaVu Sans"/>
                <a:cs typeface="DejaVu Sans"/>
              </a:defRPr>
            </a:defPPr>
            <a:lvl1pPr algn="l">
              <a:defRPr sz="2175" b="1">
                <a:solidFill>
                  <a:srgbClr val="12313F"/>
                </a:solidFill>
                <a:latin typeface="DejaVu Sans"/>
                <a:ea typeface="DejaVu Sans"/>
                <a:cs typeface="DejaVu Sans"/>
              </a:defRPr>
            </a:lvl1pPr>
            <a:lvl2pPr algn="l">
              <a:defRPr sz="2175" b="1">
                <a:solidFill>
                  <a:srgbClr val="12313F"/>
                </a:solidFill>
                <a:latin typeface="DejaVu Sans"/>
                <a:ea typeface="DejaVu Sans"/>
                <a:cs typeface="DejaVu Sans"/>
              </a:defRPr>
            </a:lvl2pPr>
            <a:lvl3pPr algn="l">
              <a:defRPr sz="2175" b="1">
                <a:solidFill>
                  <a:srgbClr val="12313F"/>
                </a:solidFill>
                <a:latin typeface="DejaVu Sans"/>
                <a:ea typeface="DejaVu Sans"/>
                <a:cs typeface="DejaVu Sans"/>
              </a:defRPr>
            </a:lvl3pPr>
            <a:lvl4pPr algn="l">
              <a:defRPr sz="2175" b="1">
                <a:solidFill>
                  <a:srgbClr val="12313F"/>
                </a:solidFill>
                <a:latin typeface="DejaVu Sans"/>
                <a:ea typeface="DejaVu Sans"/>
                <a:cs typeface="DejaVu Sans"/>
              </a:defRPr>
            </a:lvl4pPr>
            <a:lvl5pPr algn="l">
              <a:defRPr sz="2175" b="1">
                <a:solidFill>
                  <a:srgbClr val="12313F"/>
                </a:solidFill>
                <a:latin typeface="DejaVu Sans"/>
                <a:ea typeface="DejaVu Sans"/>
                <a:cs typeface="DejaVu Sans"/>
              </a:defRPr>
            </a:lvl5pPr>
            <a:lvl6pPr algn="l">
              <a:defRPr sz="2175" b="1">
                <a:solidFill>
                  <a:srgbClr val="12313F"/>
                </a:solidFill>
                <a:latin typeface="DejaVu Sans"/>
                <a:ea typeface="DejaVu Sans"/>
                <a:cs typeface="DejaVu Sans"/>
              </a:defRPr>
            </a:lvl6pPr>
            <a:lvl7pPr algn="l">
              <a:defRPr sz="2175" b="1">
                <a:solidFill>
                  <a:srgbClr val="12313F"/>
                </a:solidFill>
                <a:latin typeface="DejaVu Sans"/>
                <a:ea typeface="DejaVu Sans"/>
                <a:cs typeface="DejaVu Sans"/>
              </a:defRPr>
            </a:lvl7pPr>
            <a:lvl8pPr algn="l">
              <a:defRPr sz="2175" b="1">
                <a:solidFill>
                  <a:srgbClr val="12313F"/>
                </a:solidFill>
                <a:latin typeface="DejaVu Sans"/>
                <a:ea typeface="DejaVu Sans"/>
                <a:cs typeface="DejaVu Sans"/>
              </a:defRPr>
            </a:lvl8pPr>
            <a:lvl9pPr algn="l">
              <a:defRPr sz="2175" b="1">
                <a:solidFill>
                  <a:srgbClr val="12313F"/>
                </a:solidFill>
                <a:latin typeface="DejaVu Sans"/>
                <a:ea typeface="DejaVu Sans"/>
                <a:cs typeface="DejaVu Sans"/>
              </a:defRPr>
            </a:lvl9pPr>
          </a:lstStyle>
          <a:p>
            <a:pPr algn="l">
              <a:defRPr sz="2175" b="1">
                <a:solidFill>
                  <a:srgbClr val="12313F"/>
                </a:solidFill>
                <a:latin typeface="DejaVu Sans"/>
                <a:ea typeface="DejaVu Sans"/>
                <a:cs typeface="DejaVu Sans"/>
              </a:defRPr>
            </a:pPr>
            <a:r>
              <a:rPr sz="2175" b="1">
                <a:solidFill>
                  <a:srgbClr val="12313F"/>
                </a:solidFill>
                <a:latin typeface="DejaVu Sans"/>
                <a:ea typeface="DejaVu Sans"/>
                <a:cs typeface="DejaVu Sans"/>
              </a:rPr>
              <a:t>Apoyo para la verificación y el registro del EPP</a:t>
            </a:r>
          </a:p>
        </p:txBody>
      </p:sp>
    </p:spTree>
    <p:extLst>
      <p:ext uri="{BB962C8B-B14F-4D97-AF65-F5344CB8AC3E}">
        <p14:creationId xmlns:p14="http://schemas.microsoft.com/office/powerpoint/2010/main" val="1894840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E2B"/>
        </a:solidFill>
        <a:effectLst/>
      </p:bgPr>
    </p:bg>
    <p:spTree>
      <p:nvGrpSpPr>
        <p:cNvPr id="1" name=""/>
        <p:cNvGrpSpPr/>
        <p:nvPr/>
      </p:nvGrpSpPr>
      <p:grpSpPr>
        <a:xfrm>
          <a:off x="0" y="0"/>
          <a:ext cx="0" cy="0"/>
          <a:chOff x="0" y="0"/>
          <a:chExt cx="0" cy="0"/>
        </a:xfrm>
      </p:grpSpPr>
      <p:sp>
        <p:nvSpPr>
          <p:cNvPr id="6" name="text-1">
            <a:extLst>
              <a:ext uri="{FF2B5EF4-FFF2-40B4-BE49-F238E27FC236}">
                <a16:creationId xmlns:a16="http://schemas.microsoft.com/office/drawing/2014/main" id="{4725CBE6-B846-4E6F-9F4C-0500AEB22B84}"/>
              </a:ext>
            </a:extLst>
          </p:cNvPr>
          <p:cNvSpPr>
            <a:spLocks noGrp="1"/>
          </p:cNvSpPr>
          <p:nvPr/>
        </p:nvSpPr>
        <p:spPr>
          <a:xfrm>
            <a:off x="609600" y="1000125"/>
            <a:ext cx="10953750" cy="1066800"/>
          </a:xfrm>
          <a:prstGeom prst="rect">
            <a:avLst/>
          </a:prstGeom>
          <a:noFill/>
          <a:ln w="0">
            <a:noFill/>
            <a:prstDash val="solid"/>
          </a:ln>
        </p:spPr>
        <p:txBody>
          <a:bodyPr wrap="square" lIns="0" tIns="0" rIns="0" bIns="0" anchor="t">
            <a:noAutofit/>
          </a:bodyPr>
          <a:lstStyle>
            <a:defPPr algn="l">
              <a:defRPr sz="6900" b="1">
                <a:solidFill>
                  <a:srgbClr val="F5F9FA"/>
                </a:solidFill>
                <a:latin typeface="DejaVu Sans"/>
                <a:ea typeface="DejaVu Sans"/>
                <a:cs typeface="DejaVu Sans"/>
              </a:defRPr>
            </a:defPPr>
            <a:lvl1pPr algn="l">
              <a:defRPr sz="6900" b="1">
                <a:solidFill>
                  <a:srgbClr val="F5F9FA"/>
                </a:solidFill>
                <a:latin typeface="DejaVu Sans"/>
                <a:ea typeface="DejaVu Sans"/>
                <a:cs typeface="DejaVu Sans"/>
              </a:defRPr>
            </a:lvl1pPr>
            <a:lvl2pPr algn="l">
              <a:defRPr sz="6900" b="1">
                <a:solidFill>
                  <a:srgbClr val="F5F9FA"/>
                </a:solidFill>
                <a:latin typeface="DejaVu Sans"/>
                <a:ea typeface="DejaVu Sans"/>
                <a:cs typeface="DejaVu Sans"/>
              </a:defRPr>
            </a:lvl2pPr>
            <a:lvl3pPr algn="l">
              <a:defRPr sz="6900" b="1">
                <a:solidFill>
                  <a:srgbClr val="F5F9FA"/>
                </a:solidFill>
                <a:latin typeface="DejaVu Sans"/>
                <a:ea typeface="DejaVu Sans"/>
                <a:cs typeface="DejaVu Sans"/>
              </a:defRPr>
            </a:lvl3pPr>
            <a:lvl4pPr algn="l">
              <a:defRPr sz="6900" b="1">
                <a:solidFill>
                  <a:srgbClr val="F5F9FA"/>
                </a:solidFill>
                <a:latin typeface="DejaVu Sans"/>
                <a:ea typeface="DejaVu Sans"/>
                <a:cs typeface="DejaVu Sans"/>
              </a:defRPr>
            </a:lvl4pPr>
            <a:lvl5pPr algn="l">
              <a:defRPr sz="6900" b="1">
                <a:solidFill>
                  <a:srgbClr val="F5F9FA"/>
                </a:solidFill>
                <a:latin typeface="DejaVu Sans"/>
                <a:ea typeface="DejaVu Sans"/>
                <a:cs typeface="DejaVu Sans"/>
              </a:defRPr>
            </a:lvl5pPr>
            <a:lvl6pPr algn="l">
              <a:defRPr sz="6900" b="1">
                <a:solidFill>
                  <a:srgbClr val="F5F9FA"/>
                </a:solidFill>
                <a:latin typeface="DejaVu Sans"/>
                <a:ea typeface="DejaVu Sans"/>
                <a:cs typeface="DejaVu Sans"/>
              </a:defRPr>
            </a:lvl6pPr>
            <a:lvl7pPr algn="l">
              <a:defRPr sz="6900" b="1">
                <a:solidFill>
                  <a:srgbClr val="F5F9FA"/>
                </a:solidFill>
                <a:latin typeface="DejaVu Sans"/>
                <a:ea typeface="DejaVu Sans"/>
                <a:cs typeface="DejaVu Sans"/>
              </a:defRPr>
            </a:lvl7pPr>
            <a:lvl8pPr algn="l">
              <a:defRPr sz="6900" b="1">
                <a:solidFill>
                  <a:srgbClr val="F5F9FA"/>
                </a:solidFill>
                <a:latin typeface="DejaVu Sans"/>
                <a:ea typeface="DejaVu Sans"/>
                <a:cs typeface="DejaVu Sans"/>
              </a:defRPr>
            </a:lvl8pPr>
            <a:lvl9pPr algn="l">
              <a:defRPr sz="6900" b="1">
                <a:solidFill>
                  <a:srgbClr val="F5F9FA"/>
                </a:solidFill>
                <a:latin typeface="DejaVu Sans"/>
                <a:ea typeface="DejaVu Sans"/>
                <a:cs typeface="DejaVu Sans"/>
              </a:defRPr>
            </a:lvl9pPr>
          </a:lstStyle>
          <a:p>
            <a:pPr algn="l">
              <a:defRPr sz="6900" b="1">
                <a:solidFill>
                  <a:srgbClr val="F5F9FA"/>
                </a:solidFill>
                <a:latin typeface="DejaVu Sans"/>
                <a:ea typeface="DejaVu Sans"/>
                <a:cs typeface="DejaVu Sans"/>
              </a:defRPr>
            </a:pPr>
            <a:r>
              <a:rPr lang="en-US" sz="6900" b="1" dirty="0" err="1">
                <a:solidFill>
                  <a:srgbClr val="F5F9FA"/>
                </a:solidFill>
                <a:latin typeface="DejaVu Sans"/>
                <a:ea typeface="DejaVu Sans"/>
                <a:cs typeface="DejaVu Sans"/>
              </a:rPr>
              <a:t>Muchas</a:t>
            </a:r>
            <a:r>
              <a:rPr lang="en-US" sz="6900" b="1" dirty="0">
                <a:solidFill>
                  <a:srgbClr val="F5F9FA"/>
                </a:solidFill>
                <a:latin typeface="DejaVu Sans"/>
                <a:ea typeface="DejaVu Sans"/>
                <a:cs typeface="DejaVu Sans"/>
              </a:rPr>
              <a:t> </a:t>
            </a:r>
            <a:r>
              <a:rPr lang="en-US" sz="6900" b="1" dirty="0">
                <a:solidFill>
                  <a:srgbClr val="32E2BF"/>
                </a:solidFill>
                <a:latin typeface="DejaVu Sans"/>
                <a:ea typeface="DejaVu Sans"/>
                <a:cs typeface="DejaVu Sans"/>
              </a:rPr>
              <a:t>Gracias</a:t>
            </a:r>
            <a:endParaRPr sz="6900" b="1" dirty="0">
              <a:solidFill>
                <a:srgbClr val="32E2BF"/>
              </a:solidFill>
              <a:latin typeface="DejaVu Sans"/>
              <a:ea typeface="DejaVu Sans"/>
              <a:cs typeface="DejaVu Sans"/>
            </a:endParaRPr>
          </a:p>
        </p:txBody>
      </p:sp>
      <p:sp>
        <p:nvSpPr>
          <p:cNvPr id="2" name="text-2">
            <a:extLst>
              <a:ext uri="{FF2B5EF4-FFF2-40B4-BE49-F238E27FC236}">
                <a16:creationId xmlns:a16="http://schemas.microsoft.com/office/drawing/2014/main" id="{0674C92F-3881-4A4E-92D9-A45FB25DB480}"/>
              </a:ext>
            </a:extLst>
          </p:cNvPr>
          <p:cNvSpPr>
            <a:spLocks noGrp="1"/>
          </p:cNvSpPr>
          <p:nvPr/>
        </p:nvSpPr>
        <p:spPr>
          <a:xfrm>
            <a:off x="647700" y="2447925"/>
            <a:ext cx="10001250" cy="1552575"/>
          </a:xfrm>
          <a:prstGeom prst="rect">
            <a:avLst/>
          </a:prstGeom>
          <a:noFill/>
          <a:ln w="0">
            <a:noFill/>
            <a:prstDash val="solid"/>
          </a:ln>
        </p:spPr>
        <p:txBody>
          <a:bodyPr wrap="square" lIns="0" tIns="0" rIns="0" bIns="0" anchor="t">
            <a:noAutofit/>
          </a:bodyPr>
          <a:lstStyle>
            <a:defPPr algn="l">
              <a:defRPr sz="2475" b="0">
                <a:solidFill>
                  <a:srgbClr val="F5F9FA"/>
                </a:solidFill>
                <a:latin typeface="DejaVu Sans"/>
                <a:ea typeface="DejaVu Sans"/>
                <a:cs typeface="DejaVu Sans"/>
              </a:defRPr>
            </a:defPPr>
            <a:lvl1pPr algn="l">
              <a:defRPr sz="2475" b="0">
                <a:solidFill>
                  <a:srgbClr val="F5F9FA"/>
                </a:solidFill>
                <a:latin typeface="DejaVu Sans"/>
                <a:ea typeface="DejaVu Sans"/>
                <a:cs typeface="DejaVu Sans"/>
              </a:defRPr>
            </a:lvl1pPr>
            <a:lvl2pPr algn="l">
              <a:defRPr sz="2475" b="0">
                <a:solidFill>
                  <a:srgbClr val="F5F9FA"/>
                </a:solidFill>
                <a:latin typeface="DejaVu Sans"/>
                <a:ea typeface="DejaVu Sans"/>
                <a:cs typeface="DejaVu Sans"/>
              </a:defRPr>
            </a:lvl2pPr>
            <a:lvl3pPr algn="l">
              <a:defRPr sz="2475" b="0">
                <a:solidFill>
                  <a:srgbClr val="F5F9FA"/>
                </a:solidFill>
                <a:latin typeface="DejaVu Sans"/>
                <a:ea typeface="DejaVu Sans"/>
                <a:cs typeface="DejaVu Sans"/>
              </a:defRPr>
            </a:lvl3pPr>
            <a:lvl4pPr algn="l">
              <a:defRPr sz="2475" b="0">
                <a:solidFill>
                  <a:srgbClr val="F5F9FA"/>
                </a:solidFill>
                <a:latin typeface="DejaVu Sans"/>
                <a:ea typeface="DejaVu Sans"/>
                <a:cs typeface="DejaVu Sans"/>
              </a:defRPr>
            </a:lvl4pPr>
            <a:lvl5pPr algn="l">
              <a:defRPr sz="2475" b="0">
                <a:solidFill>
                  <a:srgbClr val="F5F9FA"/>
                </a:solidFill>
                <a:latin typeface="DejaVu Sans"/>
                <a:ea typeface="DejaVu Sans"/>
                <a:cs typeface="DejaVu Sans"/>
              </a:defRPr>
            </a:lvl5pPr>
            <a:lvl6pPr algn="l">
              <a:defRPr sz="2475" b="0">
                <a:solidFill>
                  <a:srgbClr val="F5F9FA"/>
                </a:solidFill>
                <a:latin typeface="DejaVu Sans"/>
                <a:ea typeface="DejaVu Sans"/>
                <a:cs typeface="DejaVu Sans"/>
              </a:defRPr>
            </a:lvl6pPr>
            <a:lvl7pPr algn="l">
              <a:defRPr sz="2475" b="0">
                <a:solidFill>
                  <a:srgbClr val="F5F9FA"/>
                </a:solidFill>
                <a:latin typeface="DejaVu Sans"/>
                <a:ea typeface="DejaVu Sans"/>
                <a:cs typeface="DejaVu Sans"/>
              </a:defRPr>
            </a:lvl7pPr>
            <a:lvl8pPr algn="l">
              <a:defRPr sz="2475" b="0">
                <a:solidFill>
                  <a:srgbClr val="F5F9FA"/>
                </a:solidFill>
                <a:latin typeface="DejaVu Sans"/>
                <a:ea typeface="DejaVu Sans"/>
                <a:cs typeface="DejaVu Sans"/>
              </a:defRPr>
            </a:lvl8pPr>
            <a:lvl9pPr algn="l">
              <a:defRPr sz="2475" b="0">
                <a:solidFill>
                  <a:srgbClr val="F5F9FA"/>
                </a:solidFill>
                <a:latin typeface="DejaVu Sans"/>
                <a:ea typeface="DejaVu Sans"/>
                <a:cs typeface="DejaVu Sans"/>
              </a:defRPr>
            </a:lvl9pPr>
          </a:lstStyle>
          <a:p>
            <a:pPr algn="l">
              <a:defRPr sz="2475" b="0">
                <a:solidFill>
                  <a:srgbClr val="F5F9FA"/>
                </a:solidFill>
                <a:latin typeface="DejaVu Sans"/>
                <a:ea typeface="DejaVu Sans"/>
                <a:cs typeface="DejaVu Sans"/>
              </a:defRPr>
            </a:pPr>
            <a:endParaRPr sz="2475" b="0" dirty="0">
              <a:solidFill>
                <a:srgbClr val="F5F9FA"/>
              </a:solidFill>
              <a:latin typeface="DejaVu Sans"/>
              <a:ea typeface="DejaVu Sans"/>
              <a:cs typeface="DejaVu Sans"/>
            </a:endParaRPr>
          </a:p>
        </p:txBody>
      </p:sp>
      <p:sp>
        <p:nvSpPr>
          <p:cNvPr id="3" name="text-3">
            <a:extLst>
              <a:ext uri="{FF2B5EF4-FFF2-40B4-BE49-F238E27FC236}">
                <a16:creationId xmlns:a16="http://schemas.microsoft.com/office/drawing/2014/main" id="{C05487F5-DC8F-4E4D-A792-5CC115C96E84}"/>
              </a:ext>
            </a:extLst>
          </p:cNvPr>
          <p:cNvSpPr>
            <a:spLocks noGrp="1"/>
          </p:cNvSpPr>
          <p:nvPr/>
        </p:nvSpPr>
        <p:spPr>
          <a:xfrm>
            <a:off x="647700" y="4810125"/>
            <a:ext cx="7143750" cy="400050"/>
          </a:xfrm>
          <a:prstGeom prst="rect">
            <a:avLst/>
          </a:prstGeom>
          <a:noFill/>
          <a:ln w="0">
            <a:noFill/>
            <a:prstDash val="solid"/>
          </a:ln>
        </p:spPr>
        <p:txBody>
          <a:bodyPr wrap="square" lIns="0" tIns="0" rIns="0" bIns="0" anchor="t">
            <a:noAutofit/>
          </a:bodyPr>
          <a:lstStyle>
            <a:defPPr algn="l">
              <a:defRPr sz="2250" b="1">
                <a:solidFill>
                  <a:srgbClr val="32E2BF"/>
                </a:solidFill>
                <a:latin typeface="DejaVu Sans"/>
                <a:ea typeface="DejaVu Sans"/>
                <a:cs typeface="DejaVu Sans"/>
              </a:defRPr>
            </a:defPPr>
            <a:lvl1pPr algn="l">
              <a:defRPr sz="2250" b="1">
                <a:solidFill>
                  <a:srgbClr val="32E2BF"/>
                </a:solidFill>
                <a:latin typeface="DejaVu Sans"/>
                <a:ea typeface="DejaVu Sans"/>
                <a:cs typeface="DejaVu Sans"/>
              </a:defRPr>
            </a:lvl1pPr>
            <a:lvl2pPr algn="l">
              <a:defRPr sz="2250" b="1">
                <a:solidFill>
                  <a:srgbClr val="32E2BF"/>
                </a:solidFill>
                <a:latin typeface="DejaVu Sans"/>
                <a:ea typeface="DejaVu Sans"/>
                <a:cs typeface="DejaVu Sans"/>
              </a:defRPr>
            </a:lvl2pPr>
            <a:lvl3pPr algn="l">
              <a:defRPr sz="2250" b="1">
                <a:solidFill>
                  <a:srgbClr val="32E2BF"/>
                </a:solidFill>
                <a:latin typeface="DejaVu Sans"/>
                <a:ea typeface="DejaVu Sans"/>
                <a:cs typeface="DejaVu Sans"/>
              </a:defRPr>
            </a:lvl3pPr>
            <a:lvl4pPr algn="l">
              <a:defRPr sz="2250" b="1">
                <a:solidFill>
                  <a:srgbClr val="32E2BF"/>
                </a:solidFill>
                <a:latin typeface="DejaVu Sans"/>
                <a:ea typeface="DejaVu Sans"/>
                <a:cs typeface="DejaVu Sans"/>
              </a:defRPr>
            </a:lvl4pPr>
            <a:lvl5pPr algn="l">
              <a:defRPr sz="2250" b="1">
                <a:solidFill>
                  <a:srgbClr val="32E2BF"/>
                </a:solidFill>
                <a:latin typeface="DejaVu Sans"/>
                <a:ea typeface="DejaVu Sans"/>
                <a:cs typeface="DejaVu Sans"/>
              </a:defRPr>
            </a:lvl5pPr>
            <a:lvl6pPr algn="l">
              <a:defRPr sz="2250" b="1">
                <a:solidFill>
                  <a:srgbClr val="32E2BF"/>
                </a:solidFill>
                <a:latin typeface="DejaVu Sans"/>
                <a:ea typeface="DejaVu Sans"/>
                <a:cs typeface="DejaVu Sans"/>
              </a:defRPr>
            </a:lvl6pPr>
            <a:lvl7pPr algn="l">
              <a:defRPr sz="2250" b="1">
                <a:solidFill>
                  <a:srgbClr val="32E2BF"/>
                </a:solidFill>
                <a:latin typeface="DejaVu Sans"/>
                <a:ea typeface="DejaVu Sans"/>
                <a:cs typeface="DejaVu Sans"/>
              </a:defRPr>
            </a:lvl7pPr>
            <a:lvl8pPr algn="l">
              <a:defRPr sz="2250" b="1">
                <a:solidFill>
                  <a:srgbClr val="32E2BF"/>
                </a:solidFill>
                <a:latin typeface="DejaVu Sans"/>
                <a:ea typeface="DejaVu Sans"/>
                <a:cs typeface="DejaVu Sans"/>
              </a:defRPr>
            </a:lvl8pPr>
            <a:lvl9pPr algn="l">
              <a:defRPr sz="2250" b="1">
                <a:solidFill>
                  <a:srgbClr val="32E2BF"/>
                </a:solidFill>
                <a:latin typeface="DejaVu Sans"/>
                <a:ea typeface="DejaVu Sans"/>
                <a:cs typeface="DejaVu Sans"/>
              </a:defRPr>
            </a:lvl9pPr>
          </a:lstStyle>
          <a:p>
            <a:pPr algn="l">
              <a:defRPr sz="2250" b="1">
                <a:solidFill>
                  <a:srgbClr val="32E2BF"/>
                </a:solidFill>
                <a:latin typeface="DejaVu Sans"/>
                <a:ea typeface="DejaVu Sans"/>
                <a:cs typeface="DejaVu Sans"/>
              </a:defRPr>
            </a:pPr>
            <a:r>
              <a:rPr sz="2250" b="1">
                <a:solidFill>
                  <a:srgbClr val="32E2BF"/>
                </a:solidFill>
                <a:latin typeface="DejaVu Sans"/>
                <a:ea typeface="DejaVu Sans"/>
                <a:cs typeface="DejaVu Sans"/>
              </a:rPr>
              <a:t>Amir Luna Padilla</a:t>
            </a:r>
          </a:p>
        </p:txBody>
      </p:sp>
      <p:sp>
        <p:nvSpPr>
          <p:cNvPr id="4" name="text-4">
            <a:extLst>
              <a:ext uri="{FF2B5EF4-FFF2-40B4-BE49-F238E27FC236}">
                <a16:creationId xmlns:a16="http://schemas.microsoft.com/office/drawing/2014/main" id="{7E8E5967-327E-4B3A-81DC-7849E10603C2}"/>
              </a:ext>
            </a:extLst>
          </p:cNvPr>
          <p:cNvSpPr>
            <a:spLocks noGrp="1"/>
          </p:cNvSpPr>
          <p:nvPr/>
        </p:nvSpPr>
        <p:spPr>
          <a:xfrm>
            <a:off x="647700" y="5257800"/>
            <a:ext cx="7524750" cy="323850"/>
          </a:xfrm>
          <a:prstGeom prst="rect">
            <a:avLst/>
          </a:prstGeom>
          <a:noFill/>
          <a:ln w="0">
            <a:noFill/>
            <a:prstDash val="solid"/>
          </a:ln>
        </p:spPr>
        <p:txBody>
          <a:bodyPr wrap="square" lIns="0" tIns="0" rIns="0" bIns="0" anchor="t">
            <a:noAutofit/>
          </a:bodyPr>
          <a:lstStyle>
            <a:defPPr algn="l">
              <a:defRPr sz="1800" b="0">
                <a:solidFill>
                  <a:srgbClr val="F5F9FA"/>
                </a:solidFill>
                <a:latin typeface="DejaVu Sans"/>
                <a:ea typeface="DejaVu Sans"/>
                <a:cs typeface="DejaVu Sans"/>
              </a:defRPr>
            </a:defPPr>
            <a:lvl1pPr algn="l">
              <a:defRPr sz="1800" b="0">
                <a:solidFill>
                  <a:srgbClr val="F5F9FA"/>
                </a:solidFill>
                <a:latin typeface="DejaVu Sans"/>
                <a:ea typeface="DejaVu Sans"/>
                <a:cs typeface="DejaVu Sans"/>
              </a:defRPr>
            </a:lvl1pPr>
            <a:lvl2pPr algn="l">
              <a:defRPr sz="1800" b="0">
                <a:solidFill>
                  <a:srgbClr val="F5F9FA"/>
                </a:solidFill>
                <a:latin typeface="DejaVu Sans"/>
                <a:ea typeface="DejaVu Sans"/>
                <a:cs typeface="DejaVu Sans"/>
              </a:defRPr>
            </a:lvl2pPr>
            <a:lvl3pPr algn="l">
              <a:defRPr sz="1800" b="0">
                <a:solidFill>
                  <a:srgbClr val="F5F9FA"/>
                </a:solidFill>
                <a:latin typeface="DejaVu Sans"/>
                <a:ea typeface="DejaVu Sans"/>
                <a:cs typeface="DejaVu Sans"/>
              </a:defRPr>
            </a:lvl3pPr>
            <a:lvl4pPr algn="l">
              <a:defRPr sz="1800" b="0">
                <a:solidFill>
                  <a:srgbClr val="F5F9FA"/>
                </a:solidFill>
                <a:latin typeface="DejaVu Sans"/>
                <a:ea typeface="DejaVu Sans"/>
                <a:cs typeface="DejaVu Sans"/>
              </a:defRPr>
            </a:lvl4pPr>
            <a:lvl5pPr algn="l">
              <a:defRPr sz="1800" b="0">
                <a:solidFill>
                  <a:srgbClr val="F5F9FA"/>
                </a:solidFill>
                <a:latin typeface="DejaVu Sans"/>
                <a:ea typeface="DejaVu Sans"/>
                <a:cs typeface="DejaVu Sans"/>
              </a:defRPr>
            </a:lvl5pPr>
            <a:lvl6pPr algn="l">
              <a:defRPr sz="1800" b="0">
                <a:solidFill>
                  <a:srgbClr val="F5F9FA"/>
                </a:solidFill>
                <a:latin typeface="DejaVu Sans"/>
                <a:ea typeface="DejaVu Sans"/>
                <a:cs typeface="DejaVu Sans"/>
              </a:defRPr>
            </a:lvl6pPr>
            <a:lvl7pPr algn="l">
              <a:defRPr sz="1800" b="0">
                <a:solidFill>
                  <a:srgbClr val="F5F9FA"/>
                </a:solidFill>
                <a:latin typeface="DejaVu Sans"/>
                <a:ea typeface="DejaVu Sans"/>
                <a:cs typeface="DejaVu Sans"/>
              </a:defRPr>
            </a:lvl7pPr>
            <a:lvl8pPr algn="l">
              <a:defRPr sz="1800" b="0">
                <a:solidFill>
                  <a:srgbClr val="F5F9FA"/>
                </a:solidFill>
                <a:latin typeface="DejaVu Sans"/>
                <a:ea typeface="DejaVu Sans"/>
                <a:cs typeface="DejaVu Sans"/>
              </a:defRPr>
            </a:lvl8pPr>
            <a:lvl9pPr algn="l">
              <a:defRPr sz="1800" b="0">
                <a:solidFill>
                  <a:srgbClr val="F5F9FA"/>
                </a:solidFill>
                <a:latin typeface="DejaVu Sans"/>
                <a:ea typeface="DejaVu Sans"/>
                <a:cs typeface="DejaVu Sans"/>
              </a:defRPr>
            </a:lvl9pPr>
          </a:lstStyle>
          <a:p>
            <a:pPr algn="l">
              <a:defRPr sz="1800" b="0">
                <a:solidFill>
                  <a:srgbClr val="F5F9FA"/>
                </a:solidFill>
                <a:latin typeface="DejaVu Sans"/>
                <a:ea typeface="DejaVu Sans"/>
                <a:cs typeface="DejaVu Sans"/>
              </a:defRPr>
            </a:pPr>
            <a:r>
              <a:rPr sz="1800" b="0">
                <a:solidFill>
                  <a:srgbClr val="F5F9FA"/>
                </a:solidFill>
                <a:latin typeface="DejaVu Sans"/>
                <a:ea typeface="DejaVu Sans"/>
                <a:cs typeface="DejaVu Sans"/>
              </a:rPr>
              <a:t>Ingeniería Mecatrónica</a:t>
            </a:r>
          </a:p>
        </p:txBody>
      </p:sp>
      <p:sp>
        <p:nvSpPr>
          <p:cNvPr id="5" name="text-5">
            <a:extLst>
              <a:ext uri="{FF2B5EF4-FFF2-40B4-BE49-F238E27FC236}">
                <a16:creationId xmlns:a16="http://schemas.microsoft.com/office/drawing/2014/main" id="{C9E17709-7D7D-43E2-BDAB-2DFAFCD488DF}"/>
              </a:ext>
            </a:extLst>
          </p:cNvPr>
          <p:cNvSpPr>
            <a:spLocks noGrp="1"/>
          </p:cNvSpPr>
          <p:nvPr/>
        </p:nvSpPr>
        <p:spPr>
          <a:xfrm>
            <a:off x="647700" y="5686425"/>
            <a:ext cx="9525000" cy="619125"/>
          </a:xfrm>
          <a:prstGeom prst="rect">
            <a:avLst/>
          </a:prstGeom>
          <a:noFill/>
          <a:ln w="0">
            <a:noFill/>
            <a:prstDash val="solid"/>
          </a:ln>
        </p:spPr>
        <p:txBody>
          <a:bodyPr wrap="square" lIns="0" tIns="0" rIns="0" bIns="0" anchor="t">
            <a:noAutofit/>
          </a:bodyPr>
          <a:lstStyle>
            <a:defPPr algn="l">
              <a:defRPr sz="1800" b="0">
                <a:solidFill>
                  <a:srgbClr val="AFC4CD"/>
                </a:solidFill>
                <a:latin typeface="DejaVu Sans"/>
                <a:ea typeface="DejaVu Sans"/>
                <a:cs typeface="DejaVu Sans"/>
              </a:defRPr>
            </a:defPPr>
            <a:lvl1pPr algn="l">
              <a:defRPr sz="1800" b="0">
                <a:solidFill>
                  <a:srgbClr val="AFC4CD"/>
                </a:solidFill>
                <a:latin typeface="DejaVu Sans"/>
                <a:ea typeface="DejaVu Sans"/>
                <a:cs typeface="DejaVu Sans"/>
              </a:defRPr>
            </a:lvl1pPr>
            <a:lvl2pPr algn="l">
              <a:defRPr sz="1800" b="0">
                <a:solidFill>
                  <a:srgbClr val="AFC4CD"/>
                </a:solidFill>
                <a:latin typeface="DejaVu Sans"/>
                <a:ea typeface="DejaVu Sans"/>
                <a:cs typeface="DejaVu Sans"/>
              </a:defRPr>
            </a:lvl2pPr>
            <a:lvl3pPr algn="l">
              <a:defRPr sz="1800" b="0">
                <a:solidFill>
                  <a:srgbClr val="AFC4CD"/>
                </a:solidFill>
                <a:latin typeface="DejaVu Sans"/>
                <a:ea typeface="DejaVu Sans"/>
                <a:cs typeface="DejaVu Sans"/>
              </a:defRPr>
            </a:lvl3pPr>
            <a:lvl4pPr algn="l">
              <a:defRPr sz="1800" b="0">
                <a:solidFill>
                  <a:srgbClr val="AFC4CD"/>
                </a:solidFill>
                <a:latin typeface="DejaVu Sans"/>
                <a:ea typeface="DejaVu Sans"/>
                <a:cs typeface="DejaVu Sans"/>
              </a:defRPr>
            </a:lvl4pPr>
            <a:lvl5pPr algn="l">
              <a:defRPr sz="1800" b="0">
                <a:solidFill>
                  <a:srgbClr val="AFC4CD"/>
                </a:solidFill>
                <a:latin typeface="DejaVu Sans"/>
                <a:ea typeface="DejaVu Sans"/>
                <a:cs typeface="DejaVu Sans"/>
              </a:defRPr>
            </a:lvl5pPr>
            <a:lvl6pPr algn="l">
              <a:defRPr sz="1800" b="0">
                <a:solidFill>
                  <a:srgbClr val="AFC4CD"/>
                </a:solidFill>
                <a:latin typeface="DejaVu Sans"/>
                <a:ea typeface="DejaVu Sans"/>
                <a:cs typeface="DejaVu Sans"/>
              </a:defRPr>
            </a:lvl6pPr>
            <a:lvl7pPr algn="l">
              <a:defRPr sz="1800" b="0">
                <a:solidFill>
                  <a:srgbClr val="AFC4CD"/>
                </a:solidFill>
                <a:latin typeface="DejaVu Sans"/>
                <a:ea typeface="DejaVu Sans"/>
                <a:cs typeface="DejaVu Sans"/>
              </a:defRPr>
            </a:lvl7pPr>
            <a:lvl8pPr algn="l">
              <a:defRPr sz="1800" b="0">
                <a:solidFill>
                  <a:srgbClr val="AFC4CD"/>
                </a:solidFill>
                <a:latin typeface="DejaVu Sans"/>
                <a:ea typeface="DejaVu Sans"/>
                <a:cs typeface="DejaVu Sans"/>
              </a:defRPr>
            </a:lvl8pPr>
            <a:lvl9pPr algn="l">
              <a:defRPr sz="1800" b="0">
                <a:solidFill>
                  <a:srgbClr val="AFC4CD"/>
                </a:solidFill>
                <a:latin typeface="DejaVu Sans"/>
                <a:ea typeface="DejaVu Sans"/>
                <a:cs typeface="DejaVu Sans"/>
              </a:defRPr>
            </a:lvl9pPr>
          </a:lstStyle>
          <a:p>
            <a:pPr algn="l">
              <a:defRPr sz="1800" b="0">
                <a:solidFill>
                  <a:srgbClr val="AFC4CD"/>
                </a:solidFill>
                <a:latin typeface="DejaVu Sans"/>
                <a:ea typeface="DejaVu Sans"/>
                <a:cs typeface="DejaVu Sans"/>
              </a:defRPr>
            </a:pPr>
            <a:r>
              <a:rPr sz="1800" b="0">
                <a:solidFill>
                  <a:srgbClr val="AFC4CD"/>
                </a:solidFill>
                <a:latin typeface="DejaVu Sans"/>
                <a:ea typeface="DejaVu Sans"/>
                <a:cs typeface="DejaVu Sans"/>
              </a:rPr>
              <a:t>Universidad Católica Boliviana “San Pablo”</a:t>
            </a:r>
          </a:p>
          <a:p>
            <a:pPr algn="l">
              <a:defRPr sz="1800" b="0">
                <a:solidFill>
                  <a:srgbClr val="AFC4CD"/>
                </a:solidFill>
                <a:latin typeface="DejaVu Sans"/>
                <a:ea typeface="DejaVu Sans"/>
                <a:cs typeface="DejaVu Sans"/>
              </a:defRPr>
            </a:pPr>
            <a:r>
              <a:rPr sz="1800" b="0">
                <a:solidFill>
                  <a:srgbClr val="AFC4CD"/>
                </a:solidFill>
                <a:latin typeface="DejaVu Sans"/>
                <a:ea typeface="DejaVu Sans"/>
                <a:cs typeface="DejaVu Sans"/>
              </a:rPr>
              <a:t>Sede Santa Cruz</a:t>
            </a:r>
          </a:p>
        </p:txBody>
      </p:sp>
    </p:spTree>
    <p:extLst>
      <p:ext uri="{BB962C8B-B14F-4D97-AF65-F5344CB8AC3E}">
        <p14:creationId xmlns:p14="http://schemas.microsoft.com/office/powerpoint/2010/main" val="13195143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1362</Words>
  <Application>Microsoft Office PowerPoint</Application>
  <DocSecurity>0</DocSecurity>
  <PresentationFormat>Panorámica</PresentationFormat>
  <Paragraphs>120</Paragraphs>
  <Slides>7</Slides>
  <Notes>7</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7</vt:i4>
      </vt:variant>
    </vt:vector>
  </HeadingPairs>
  <TitlesOfParts>
    <vt:vector size="10" baseType="lpstr">
      <vt:lpstr>Aptos</vt:lpstr>
      <vt:lpstr>DejaVu Sans</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amirluna.pdlla@gmail.com</cp:lastModifiedBy>
  <cp:revision>1</cp:revision>
  <dcterms:created xsi:type="dcterms:W3CDTF">2026-10-17T13:46:48Z</dcterms:created>
  <dcterms:modified xsi:type="dcterms:W3CDTF">2026-10-17T15:14:19Z</dcterms:modified>
</cp:coreProperties>
</file>